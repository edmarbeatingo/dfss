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5" roundtripDataSignature="AMtx7mhUdolHApQpfbLtD5L4W/chY5F9V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slide" Target="slides/slide40.xml"/><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23" Type="http://schemas.openxmlformats.org/officeDocument/2006/relationships/slide" Target="slides/slide19.xml"/><Relationship Id="rId45"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037e35e0a9_0_1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1037e35e0a9_0_1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fbd7e71dad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gfbd7e71dad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e96d9cce34_1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ge96d9cce34_1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h4b8811ba7eb021ef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h4b8811ba7eb021e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h71a8669f5424a25b_0_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h71a8669f5424a25b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f3c98c0286_0_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g3f3c98c0286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h71a8669f5424a25b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h71a8669f5424a25b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h71a8669f5424a25b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h71a8669f5424a25b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h71a8669f5424a25b_0_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h71a8669f5424a25b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h71a8669f5424a25b_0_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6" name="Google Shape;366;h71a8669f5424a25b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h71a8669f5424a25b_0_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0" name="Google Shape;380;h71a8669f5424a25b_0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f3cc3390e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7" name="Google Shape;387;g3f3cc3390e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h71a8669f5424a25b_0_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h71a8669f5424a25b_0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f3ce6d0ec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5" name="Google Shape;415;g3f3ce6d0ec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h71a8669f5424a25b_0_1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9" name="Google Shape;429;h71a8669f5424a25b_0_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h71a8669f5424a25b_0_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3" name="Google Shape;443;h71a8669f5424a25b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h71a8669f5424a25b_0_1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0" name="Google Shape;450;h71a8669f5424a25b_0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h71a8669f5424a25b_0_1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4" name="Google Shape;464;h71a8669f5424a25b_0_1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h71a8669f5424a25b_0_1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8" name="Google Shape;478;h71a8669f5424a25b_0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2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2" name="Google Shape;49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ebe6aec563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3" name="Google Shape;503;g3ebe6aec563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f5fa1cf4e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6" name="Google Shape;516;g3f5fa1cf4e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h4b8811ba7eb021ef_0_2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9" name="Google Shape;529;h4b8811ba7eb021ef_0_2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2" name="Google Shape;542;p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ebe6aec563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3" name="Google Shape;553;g3ebe6aec563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f5fa1cf4e5_0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6" name="Google Shape;566;g3f5fa1cf4e5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f60f3aea86_0_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9" name="Google Shape;579;g3f60f3aea86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cb4749a3c8_0_4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2" name="Google Shape;592;gcb4749a3c8_0_4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f65400508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3" name="Google Shape;603;g3f65400508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h4b8811ba7eb021ef_0_2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6" name="Google Shape;616;h4b8811ba7eb021ef_0_2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h4b8811ba7eb021ef_0_2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9" name="Google Shape;629;h4b8811ba7eb021ef_0_2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fbd7e71dad_1_5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2" name="Google Shape;642;gfbd7e71dad_1_5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f3d7c15484_0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3" name="Google Shape;653;g3f3d7c15484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f3d7c15484_0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6" name="Google Shape;666;g3f3d7c15484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h4b8811ba7eb021ef_0_2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9" name="Google Shape;679;h4b8811ba7eb021ef_0_2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cb4749a3c8_0_8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2" name="Google Shape;692;gcb4749a3c8_0_8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5" name="Google Shape;705;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gradFill>
          <a:gsLst>
            <a:gs pos="0">
              <a:srgbClr val="3176EE"/>
            </a:gs>
            <a:gs pos="100000">
              <a:srgbClr val="113D8A"/>
            </a:gs>
          </a:gsLst>
          <a:path path="circle">
            <a:fillToRect b="50%" l="50%" r="50%" t="50%"/>
          </a:path>
          <a:tileRect/>
        </a:gradFill>
      </p:bgPr>
    </p:bg>
    <p:spTree>
      <p:nvGrpSpPr>
        <p:cNvPr id="9" name="Shape 9"/>
        <p:cNvGrpSpPr/>
        <p:nvPr/>
      </p:nvGrpSpPr>
      <p:grpSpPr>
        <a:xfrm>
          <a:off x="0" y="0"/>
          <a:ext cx="0" cy="0"/>
          <a:chOff x="0" y="0"/>
          <a:chExt cx="0" cy="0"/>
        </a:xfrm>
      </p:grpSpPr>
      <p:sp>
        <p:nvSpPr>
          <p:cNvPr id="10" name="Google Shape;10;g1037e35e0a9_0_196"/>
          <p:cNvSpPr/>
          <p:nvPr/>
        </p:nvSpPr>
        <p:spPr>
          <a:xfrm>
            <a:off x="782225" y="778096"/>
            <a:ext cx="7579546" cy="3864638"/>
          </a:xfrm>
          <a:custGeom>
            <a:rect b="b" l="l" r="r" t="t"/>
            <a:pathLst>
              <a:path extrusionOk="0" h="1831582" w="3592202">
                <a:moveTo>
                  <a:pt x="3554475" y="588873"/>
                </a:moveTo>
                <a:cubicBezTo>
                  <a:pt x="3581881" y="-89254"/>
                  <a:pt x="2593478" y="24995"/>
                  <a:pt x="2107652" y="528"/>
                </a:cubicBezTo>
                <a:cubicBezTo>
                  <a:pt x="1659207" y="-4515"/>
                  <a:pt x="1181252" y="27319"/>
                  <a:pt x="750347" y="64701"/>
                </a:cubicBezTo>
                <a:cubicBezTo>
                  <a:pt x="-8045" y="130474"/>
                  <a:pt x="40101" y="825724"/>
                  <a:pt x="6973" y="1349129"/>
                </a:cubicBezTo>
                <a:cubicBezTo>
                  <a:pt x="-5853" y="1475480"/>
                  <a:pt x="-13088" y="1628228"/>
                  <a:pt x="99056" y="1715663"/>
                </a:cubicBezTo>
                <a:cubicBezTo>
                  <a:pt x="135341" y="1744165"/>
                  <a:pt x="181120" y="1758789"/>
                  <a:pt x="226394" y="1766090"/>
                </a:cubicBezTo>
                <a:cubicBezTo>
                  <a:pt x="547610" y="1798407"/>
                  <a:pt x="870976" y="1810947"/>
                  <a:pt x="1193749" y="1821405"/>
                </a:cubicBezTo>
                <a:cubicBezTo>
                  <a:pt x="1869266" y="1838945"/>
                  <a:pt x="2634630" y="1839954"/>
                  <a:pt x="3306903" y="1773939"/>
                </a:cubicBezTo>
                <a:cubicBezTo>
                  <a:pt x="3542965" y="1713230"/>
                  <a:pt x="3574777" y="1531804"/>
                  <a:pt x="3589730" y="1335448"/>
                </a:cubicBezTo>
                <a:cubicBezTo>
                  <a:pt x="3601744" y="1168470"/>
                  <a:pt x="3566731" y="755807"/>
                  <a:pt x="3554475" y="58887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 name="Google Shape;11;g1037e35e0a9_0_196"/>
          <p:cNvSpPr/>
          <p:nvPr/>
        </p:nvSpPr>
        <p:spPr>
          <a:xfrm>
            <a:off x="794256" y="560052"/>
            <a:ext cx="7399177" cy="3910731"/>
          </a:xfrm>
          <a:custGeom>
            <a:rect b="b" l="l" r="r" t="t"/>
            <a:pathLst>
              <a:path extrusionOk="0" h="1853427" w="3506719">
                <a:moveTo>
                  <a:pt x="3499305" y="1166353"/>
                </a:moveTo>
                <a:cubicBezTo>
                  <a:pt x="3487751" y="941889"/>
                  <a:pt x="3482379" y="741016"/>
                  <a:pt x="3468150" y="516750"/>
                </a:cubicBezTo>
                <a:cubicBezTo>
                  <a:pt x="3459578" y="392635"/>
                  <a:pt x="3434540" y="262425"/>
                  <a:pt x="3343926" y="170342"/>
                </a:cubicBezTo>
                <a:cubicBezTo>
                  <a:pt x="3249760" y="74400"/>
                  <a:pt x="3105299" y="78500"/>
                  <a:pt x="2981184" y="57847"/>
                </a:cubicBezTo>
                <a:cubicBezTo>
                  <a:pt x="2181223" y="-47983"/>
                  <a:pt x="1370738" y="7114"/>
                  <a:pt x="571983" y="97465"/>
                </a:cubicBezTo>
                <a:cubicBezTo>
                  <a:pt x="583142" y="79706"/>
                  <a:pt x="597415" y="64118"/>
                  <a:pt x="614122" y="51423"/>
                </a:cubicBezTo>
                <a:cubicBezTo>
                  <a:pt x="621729" y="45657"/>
                  <a:pt x="614122" y="33314"/>
                  <a:pt x="606317" y="39277"/>
                </a:cubicBezTo>
                <a:cubicBezTo>
                  <a:pt x="584019" y="56115"/>
                  <a:pt x="565669" y="77601"/>
                  <a:pt x="552470" y="102223"/>
                </a:cubicBezTo>
                <a:cubicBezTo>
                  <a:pt x="551023" y="104503"/>
                  <a:pt x="551176" y="107419"/>
                  <a:pt x="552843" y="109545"/>
                </a:cubicBezTo>
                <a:cubicBezTo>
                  <a:pt x="552996" y="111124"/>
                  <a:pt x="553654" y="112615"/>
                  <a:pt x="554728" y="113799"/>
                </a:cubicBezTo>
                <a:cubicBezTo>
                  <a:pt x="574416" y="135921"/>
                  <a:pt x="597985" y="154271"/>
                  <a:pt x="624273" y="167908"/>
                </a:cubicBezTo>
                <a:cubicBezTo>
                  <a:pt x="632429" y="172162"/>
                  <a:pt x="639401" y="158700"/>
                  <a:pt x="631025" y="154315"/>
                </a:cubicBezTo>
                <a:cubicBezTo>
                  <a:pt x="609956" y="143265"/>
                  <a:pt x="590728" y="129014"/>
                  <a:pt x="574021" y="112067"/>
                </a:cubicBezTo>
                <a:cubicBezTo>
                  <a:pt x="1426426" y="15774"/>
                  <a:pt x="2294047" y="-40901"/>
                  <a:pt x="3145004" y="97048"/>
                </a:cubicBezTo>
                <a:cubicBezTo>
                  <a:pt x="3209331" y="107550"/>
                  <a:pt x="3269536" y="123884"/>
                  <a:pt x="3319414" y="167886"/>
                </a:cubicBezTo>
                <a:cubicBezTo>
                  <a:pt x="3474552" y="310265"/>
                  <a:pt x="3450632" y="540604"/>
                  <a:pt x="3463897" y="732531"/>
                </a:cubicBezTo>
                <a:cubicBezTo>
                  <a:pt x="3470474" y="878856"/>
                  <a:pt x="3477052" y="1001085"/>
                  <a:pt x="3483783" y="1147410"/>
                </a:cubicBezTo>
                <a:cubicBezTo>
                  <a:pt x="3501191" y="1385138"/>
                  <a:pt x="3525965" y="1744218"/>
                  <a:pt x="3230532" y="1813916"/>
                </a:cubicBezTo>
                <a:cubicBezTo>
                  <a:pt x="3161470" y="1826939"/>
                  <a:pt x="3088899" y="1823212"/>
                  <a:pt x="3018938" y="1824396"/>
                </a:cubicBezTo>
                <a:cubicBezTo>
                  <a:pt x="2066294" y="1838384"/>
                  <a:pt x="1110998" y="1858664"/>
                  <a:pt x="159779" y="1795412"/>
                </a:cubicBezTo>
                <a:cubicBezTo>
                  <a:pt x="96198" y="1786642"/>
                  <a:pt x="52897" y="1750883"/>
                  <a:pt x="37988" y="1686381"/>
                </a:cubicBezTo>
                <a:cubicBezTo>
                  <a:pt x="23014" y="1627185"/>
                  <a:pt x="28429" y="1563604"/>
                  <a:pt x="29218" y="1503201"/>
                </a:cubicBezTo>
                <a:cubicBezTo>
                  <a:pt x="32288" y="1285666"/>
                  <a:pt x="37769" y="1068196"/>
                  <a:pt x="45640" y="850771"/>
                </a:cubicBezTo>
                <a:cubicBezTo>
                  <a:pt x="67279" y="849039"/>
                  <a:pt x="84052" y="831170"/>
                  <a:pt x="84403" y="809465"/>
                </a:cubicBezTo>
                <a:cubicBezTo>
                  <a:pt x="84775" y="785085"/>
                  <a:pt x="61119" y="766449"/>
                  <a:pt x="37528" y="771382"/>
                </a:cubicBezTo>
                <a:cubicBezTo>
                  <a:pt x="-10202" y="773070"/>
                  <a:pt x="-12460" y="837024"/>
                  <a:pt x="31082" y="849280"/>
                </a:cubicBezTo>
                <a:cubicBezTo>
                  <a:pt x="22860" y="1075914"/>
                  <a:pt x="17248" y="1302614"/>
                  <a:pt x="14222" y="1529401"/>
                </a:cubicBezTo>
                <a:cubicBezTo>
                  <a:pt x="6724" y="1697563"/>
                  <a:pt x="25184" y="1816372"/>
                  <a:pt x="222900" y="1815955"/>
                </a:cubicBezTo>
                <a:cubicBezTo>
                  <a:pt x="1165853" y="1869451"/>
                  <a:pt x="2110823" y="1854630"/>
                  <a:pt x="3054653" y="1838559"/>
                </a:cubicBezTo>
                <a:cubicBezTo>
                  <a:pt x="3124352" y="1837376"/>
                  <a:pt x="3196834" y="1840752"/>
                  <a:pt x="3264427" y="1820822"/>
                </a:cubicBezTo>
                <a:cubicBezTo>
                  <a:pt x="3445173" y="1765222"/>
                  <a:pt x="3508426" y="1558539"/>
                  <a:pt x="3506606" y="1387089"/>
                </a:cubicBezTo>
                <a:cubicBezTo>
                  <a:pt x="3507527" y="1313642"/>
                  <a:pt x="3502637" y="1239910"/>
                  <a:pt x="3499305" y="1166353"/>
                </a:cubicBezTo>
                <a:close/>
                <a:moveTo>
                  <a:pt x="14683" y="811175"/>
                </a:moveTo>
                <a:cubicBezTo>
                  <a:pt x="12863" y="794424"/>
                  <a:pt x="28933" y="781270"/>
                  <a:pt x="44807" y="788066"/>
                </a:cubicBezTo>
                <a:cubicBezTo>
                  <a:pt x="47241" y="789162"/>
                  <a:pt x="50112" y="788768"/>
                  <a:pt x="52152" y="787036"/>
                </a:cubicBezTo>
                <a:cubicBezTo>
                  <a:pt x="78987" y="795301"/>
                  <a:pt x="73002" y="833713"/>
                  <a:pt x="45815" y="836191"/>
                </a:cubicBezTo>
                <a:cubicBezTo>
                  <a:pt x="30424" y="837594"/>
                  <a:pt x="16656" y="826588"/>
                  <a:pt x="14683" y="811241"/>
                </a:cubicBezTo>
                <a:close/>
              </a:path>
            </a:pathLst>
          </a:custGeom>
          <a:solidFill>
            <a:srgbClr val="000000"/>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 name="Google Shape;12;g1037e35e0a9_0_196"/>
          <p:cNvSpPr/>
          <p:nvPr/>
        </p:nvSpPr>
        <p:spPr>
          <a:xfrm>
            <a:off x="7460343" y="542436"/>
            <a:ext cx="814257" cy="1022479"/>
          </a:xfrm>
          <a:custGeom>
            <a:rect b="b" l="l" r="r" t="t"/>
            <a:pathLst>
              <a:path extrusionOk="0" h="484587" w="385904">
                <a:moveTo>
                  <a:pt x="316148" y="219239"/>
                </a:moveTo>
                <a:cubicBezTo>
                  <a:pt x="261491" y="116194"/>
                  <a:pt x="157744" y="32311"/>
                  <a:pt x="38101" y="26786"/>
                </a:cubicBezTo>
                <a:cubicBezTo>
                  <a:pt x="47463" y="22510"/>
                  <a:pt x="56935" y="18432"/>
                  <a:pt x="66471" y="14530"/>
                </a:cubicBezTo>
                <a:cubicBezTo>
                  <a:pt x="75241" y="10978"/>
                  <a:pt x="71273" y="-3010"/>
                  <a:pt x="62086" y="586"/>
                </a:cubicBezTo>
                <a:cubicBezTo>
                  <a:pt x="42552" y="8566"/>
                  <a:pt x="23390" y="17336"/>
                  <a:pt x="4578" y="26895"/>
                </a:cubicBezTo>
                <a:cubicBezTo>
                  <a:pt x="-2854" y="30645"/>
                  <a:pt x="-508" y="42440"/>
                  <a:pt x="6398" y="41585"/>
                </a:cubicBezTo>
                <a:cubicBezTo>
                  <a:pt x="7473" y="41870"/>
                  <a:pt x="8591" y="41957"/>
                  <a:pt x="9709" y="41826"/>
                </a:cubicBezTo>
                <a:cubicBezTo>
                  <a:pt x="22162" y="48710"/>
                  <a:pt x="33190" y="57875"/>
                  <a:pt x="42267" y="68837"/>
                </a:cubicBezTo>
                <a:cubicBezTo>
                  <a:pt x="48231" y="76094"/>
                  <a:pt x="60618" y="67368"/>
                  <a:pt x="54786" y="60265"/>
                </a:cubicBezTo>
                <a:cubicBezTo>
                  <a:pt x="49217" y="53468"/>
                  <a:pt x="42990" y="47241"/>
                  <a:pt x="36216" y="41650"/>
                </a:cubicBezTo>
                <a:cubicBezTo>
                  <a:pt x="257544" y="58730"/>
                  <a:pt x="357411" y="281133"/>
                  <a:pt x="371135" y="478147"/>
                </a:cubicBezTo>
                <a:cubicBezTo>
                  <a:pt x="372034" y="487859"/>
                  <a:pt x="386723" y="485952"/>
                  <a:pt x="385869" y="476678"/>
                </a:cubicBezTo>
                <a:cubicBezTo>
                  <a:pt x="377756" y="387730"/>
                  <a:pt x="358704" y="298409"/>
                  <a:pt x="316148" y="219239"/>
                </a:cubicBezTo>
                <a:close/>
              </a:path>
            </a:pathLst>
          </a:custGeom>
          <a:solidFill>
            <a:srgbClr val="000000"/>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 name="Google Shape;13;g1037e35e0a9_0_196"/>
          <p:cNvSpPr/>
          <p:nvPr/>
        </p:nvSpPr>
        <p:spPr>
          <a:xfrm>
            <a:off x="8121968" y="821005"/>
            <a:ext cx="185720" cy="335821"/>
          </a:xfrm>
          <a:custGeom>
            <a:rect b="b" l="l" r="r" t="t"/>
            <a:pathLst>
              <a:path extrusionOk="0" h="159157" w="88019">
                <a:moveTo>
                  <a:pt x="87774" y="149186"/>
                </a:moveTo>
                <a:cubicBezTo>
                  <a:pt x="74290" y="95537"/>
                  <a:pt x="49098" y="45526"/>
                  <a:pt x="14041" y="2730"/>
                </a:cubicBezTo>
                <a:cubicBezTo>
                  <a:pt x="8078" y="-4527"/>
                  <a:pt x="-4309" y="4199"/>
                  <a:pt x="1522" y="11302"/>
                </a:cubicBezTo>
                <a:cubicBezTo>
                  <a:pt x="35835" y="53069"/>
                  <a:pt x="60478" y="101916"/>
                  <a:pt x="73676" y="154338"/>
                </a:cubicBezTo>
                <a:cubicBezTo>
                  <a:pt x="76044" y="163678"/>
                  <a:pt x="90032" y="158065"/>
                  <a:pt x="87774" y="149186"/>
                </a:cubicBezTo>
                <a:close/>
              </a:path>
            </a:pathLst>
          </a:custGeom>
          <a:solidFill>
            <a:srgbClr val="000000"/>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 name="Google Shape;14;g1037e35e0a9_0_196"/>
          <p:cNvSpPr/>
          <p:nvPr/>
        </p:nvSpPr>
        <p:spPr>
          <a:xfrm>
            <a:off x="2947917" y="505266"/>
            <a:ext cx="831121" cy="96144"/>
          </a:xfrm>
          <a:custGeom>
            <a:rect b="b" l="l" r="r" t="t"/>
            <a:pathLst>
              <a:path extrusionOk="0" h="45566" w="393896">
                <a:moveTo>
                  <a:pt x="386461" y="1"/>
                </a:moveTo>
                <a:cubicBezTo>
                  <a:pt x="259364" y="2172"/>
                  <a:pt x="132531" y="12432"/>
                  <a:pt x="6750" y="30696"/>
                </a:cubicBezTo>
                <a:cubicBezTo>
                  <a:pt x="-2393" y="32011"/>
                  <a:pt x="-2305" y="46876"/>
                  <a:pt x="7364" y="45473"/>
                </a:cubicBezTo>
                <a:cubicBezTo>
                  <a:pt x="133145" y="27210"/>
                  <a:pt x="259978" y="16949"/>
                  <a:pt x="387053" y="14778"/>
                </a:cubicBezTo>
                <a:cubicBezTo>
                  <a:pt x="396349" y="14647"/>
                  <a:pt x="396196" y="-152"/>
                  <a:pt x="386461" y="1"/>
                </a:cubicBezTo>
                <a:close/>
              </a:path>
            </a:pathLst>
          </a:custGeom>
          <a:solidFill>
            <a:srgbClr val="000000"/>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 name="Google Shape;15;g1037e35e0a9_0_196"/>
          <p:cNvSpPr/>
          <p:nvPr/>
        </p:nvSpPr>
        <p:spPr>
          <a:xfrm>
            <a:off x="3868218" y="487291"/>
            <a:ext cx="278364" cy="43099"/>
          </a:xfrm>
          <a:custGeom>
            <a:rect b="b" l="l" r="r" t="t"/>
            <a:pathLst>
              <a:path extrusionOk="0" h="20426" w="131926">
                <a:moveTo>
                  <a:pt x="124504" y="198"/>
                </a:moveTo>
                <a:cubicBezTo>
                  <a:pt x="85193" y="-635"/>
                  <a:pt x="45860" y="1163"/>
                  <a:pt x="6791" y="5570"/>
                </a:cubicBezTo>
                <a:cubicBezTo>
                  <a:pt x="-2417" y="6622"/>
                  <a:pt x="-2308" y="21465"/>
                  <a:pt x="7405" y="20369"/>
                </a:cubicBezTo>
                <a:cubicBezTo>
                  <a:pt x="46474" y="15962"/>
                  <a:pt x="85807" y="14164"/>
                  <a:pt x="125118" y="14997"/>
                </a:cubicBezTo>
                <a:cubicBezTo>
                  <a:pt x="134392" y="15194"/>
                  <a:pt x="134195" y="417"/>
                  <a:pt x="124504" y="198"/>
                </a:cubicBezTo>
                <a:close/>
              </a:path>
            </a:pathLst>
          </a:custGeom>
          <a:solidFill>
            <a:srgbClr val="000000"/>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 name="Google Shape;16;g1037e35e0a9_0_196"/>
          <p:cNvSpPr/>
          <p:nvPr/>
        </p:nvSpPr>
        <p:spPr>
          <a:xfrm>
            <a:off x="3549755" y="4514760"/>
            <a:ext cx="880619" cy="47277"/>
          </a:xfrm>
          <a:custGeom>
            <a:rect b="b" l="l" r="r" t="t"/>
            <a:pathLst>
              <a:path extrusionOk="0" h="22406" w="417355">
                <a:moveTo>
                  <a:pt x="409929" y="3189"/>
                </a:moveTo>
                <a:lnTo>
                  <a:pt x="209122" y="5951"/>
                </a:lnTo>
                <a:cubicBezTo>
                  <a:pt x="142580" y="6872"/>
                  <a:pt x="74658" y="11476"/>
                  <a:pt x="8775" y="119"/>
                </a:cubicBezTo>
                <a:cubicBezTo>
                  <a:pt x="-302" y="-1459"/>
                  <a:pt x="-3897" y="13142"/>
                  <a:pt x="5618" y="14787"/>
                </a:cubicBezTo>
                <a:cubicBezTo>
                  <a:pt x="71391" y="26122"/>
                  <a:pt x="139029" y="21715"/>
                  <a:pt x="205351" y="20794"/>
                </a:cubicBezTo>
                <a:lnTo>
                  <a:pt x="410521" y="17966"/>
                </a:lnTo>
                <a:cubicBezTo>
                  <a:pt x="419817" y="17747"/>
                  <a:pt x="419641" y="2969"/>
                  <a:pt x="409929" y="3189"/>
                </a:cubicBezTo>
                <a:close/>
              </a:path>
            </a:pathLst>
          </a:custGeom>
          <a:solidFill>
            <a:schemeClr val="dk1"/>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 name="Google Shape;17;g1037e35e0a9_0_196"/>
          <p:cNvSpPr/>
          <p:nvPr/>
        </p:nvSpPr>
        <p:spPr>
          <a:xfrm>
            <a:off x="3925109" y="4621068"/>
            <a:ext cx="285390" cy="35142"/>
          </a:xfrm>
          <a:custGeom>
            <a:rect b="b" l="l" r="r" t="t"/>
            <a:pathLst>
              <a:path extrusionOk="0" h="16655" w="135256">
                <a:moveTo>
                  <a:pt x="129610" y="810"/>
                </a:moveTo>
                <a:cubicBezTo>
                  <a:pt x="88677" y="-549"/>
                  <a:pt x="47766" y="-198"/>
                  <a:pt x="6832" y="1863"/>
                </a:cubicBezTo>
                <a:cubicBezTo>
                  <a:pt x="-2442" y="2345"/>
                  <a:pt x="-2310" y="17210"/>
                  <a:pt x="7446" y="16640"/>
                </a:cubicBezTo>
                <a:cubicBezTo>
                  <a:pt x="47130" y="14601"/>
                  <a:pt x="86835" y="14228"/>
                  <a:pt x="126562" y="15478"/>
                </a:cubicBezTo>
                <a:cubicBezTo>
                  <a:pt x="135507" y="15785"/>
                  <a:pt x="139191" y="1117"/>
                  <a:pt x="129610" y="810"/>
                </a:cubicBezTo>
                <a:close/>
              </a:path>
            </a:pathLst>
          </a:custGeom>
          <a:solidFill>
            <a:schemeClr val="dk1"/>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 name="Google Shape;18;g1037e35e0a9_0_196"/>
          <p:cNvSpPr txBox="1"/>
          <p:nvPr>
            <p:ph type="ctrTitle"/>
          </p:nvPr>
        </p:nvSpPr>
        <p:spPr>
          <a:xfrm>
            <a:off x="1867900" y="1731475"/>
            <a:ext cx="5408100" cy="16806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SzPts val="6800"/>
              <a:buNone/>
              <a:defRPr sz="6800"/>
            </a:lvl1pPr>
            <a:lvl2pPr lvl="1" algn="ctr">
              <a:lnSpc>
                <a:spcPct val="90000"/>
              </a:lnSpc>
              <a:spcBef>
                <a:spcPts val="0"/>
              </a:spcBef>
              <a:spcAft>
                <a:spcPts val="0"/>
              </a:spcAft>
              <a:buSzPts val="6800"/>
              <a:buNone/>
              <a:defRPr sz="6800"/>
            </a:lvl2pPr>
            <a:lvl3pPr lvl="2" algn="ctr">
              <a:lnSpc>
                <a:spcPct val="90000"/>
              </a:lnSpc>
              <a:spcBef>
                <a:spcPts val="0"/>
              </a:spcBef>
              <a:spcAft>
                <a:spcPts val="0"/>
              </a:spcAft>
              <a:buSzPts val="6800"/>
              <a:buNone/>
              <a:defRPr sz="6800"/>
            </a:lvl3pPr>
            <a:lvl4pPr lvl="3" algn="ctr">
              <a:lnSpc>
                <a:spcPct val="90000"/>
              </a:lnSpc>
              <a:spcBef>
                <a:spcPts val="0"/>
              </a:spcBef>
              <a:spcAft>
                <a:spcPts val="0"/>
              </a:spcAft>
              <a:buSzPts val="6800"/>
              <a:buNone/>
              <a:defRPr sz="6800"/>
            </a:lvl4pPr>
            <a:lvl5pPr lvl="4" algn="ctr">
              <a:lnSpc>
                <a:spcPct val="90000"/>
              </a:lnSpc>
              <a:spcBef>
                <a:spcPts val="0"/>
              </a:spcBef>
              <a:spcAft>
                <a:spcPts val="0"/>
              </a:spcAft>
              <a:buSzPts val="6800"/>
              <a:buNone/>
              <a:defRPr sz="6800"/>
            </a:lvl5pPr>
            <a:lvl6pPr lvl="5" algn="ctr">
              <a:lnSpc>
                <a:spcPct val="90000"/>
              </a:lnSpc>
              <a:spcBef>
                <a:spcPts val="0"/>
              </a:spcBef>
              <a:spcAft>
                <a:spcPts val="0"/>
              </a:spcAft>
              <a:buSzPts val="6800"/>
              <a:buNone/>
              <a:defRPr sz="6800"/>
            </a:lvl6pPr>
            <a:lvl7pPr lvl="6" algn="ctr">
              <a:lnSpc>
                <a:spcPct val="90000"/>
              </a:lnSpc>
              <a:spcBef>
                <a:spcPts val="0"/>
              </a:spcBef>
              <a:spcAft>
                <a:spcPts val="0"/>
              </a:spcAft>
              <a:buSzPts val="6800"/>
              <a:buNone/>
              <a:defRPr sz="6800"/>
            </a:lvl7pPr>
            <a:lvl8pPr lvl="7" algn="ctr">
              <a:lnSpc>
                <a:spcPct val="90000"/>
              </a:lnSpc>
              <a:spcBef>
                <a:spcPts val="0"/>
              </a:spcBef>
              <a:spcAft>
                <a:spcPts val="0"/>
              </a:spcAft>
              <a:buSzPts val="6800"/>
              <a:buNone/>
              <a:defRPr sz="6800"/>
            </a:lvl8pPr>
            <a:lvl9pPr lvl="8" algn="ctr">
              <a:lnSpc>
                <a:spcPct val="90000"/>
              </a:lnSpc>
              <a:spcBef>
                <a:spcPts val="0"/>
              </a:spcBef>
              <a:spcAft>
                <a:spcPts val="0"/>
              </a:spcAft>
              <a:buSzPts val="6800"/>
              <a:buNone/>
              <a:defRPr sz="6800"/>
            </a:lvl9pPr>
          </a:lstStyle>
          <a:p/>
        </p:txBody>
      </p:sp>
      <p:sp>
        <p:nvSpPr>
          <p:cNvPr id="19" name="Google Shape;19;g1037e35e0a9_0_196"/>
          <p:cNvSpPr/>
          <p:nvPr/>
        </p:nvSpPr>
        <p:spPr>
          <a:xfrm rot="-871776">
            <a:off x="594544" y="662599"/>
            <a:ext cx="1234918" cy="1390637"/>
          </a:xfrm>
          <a:custGeom>
            <a:rect b="b" l="l" r="r" t="t"/>
            <a:pathLst>
              <a:path extrusionOk="0" h="658270" w="584559">
                <a:moveTo>
                  <a:pt x="400656" y="592594"/>
                </a:moveTo>
                <a:cubicBezTo>
                  <a:pt x="398705" y="592697"/>
                  <a:pt x="396842" y="593473"/>
                  <a:pt x="395395" y="594786"/>
                </a:cubicBezTo>
                <a:cubicBezTo>
                  <a:pt x="372790" y="614869"/>
                  <a:pt x="326968" y="608292"/>
                  <a:pt x="296493" y="605310"/>
                </a:cubicBezTo>
                <a:cubicBezTo>
                  <a:pt x="253302" y="602043"/>
                  <a:pt x="220963" y="596014"/>
                  <a:pt x="191671" y="585731"/>
                </a:cubicBezTo>
                <a:cubicBezTo>
                  <a:pt x="185292" y="583232"/>
                  <a:pt x="178517" y="589173"/>
                  <a:pt x="177552" y="595027"/>
                </a:cubicBezTo>
                <a:cubicBezTo>
                  <a:pt x="176719" y="598472"/>
                  <a:pt x="178846" y="601934"/>
                  <a:pt x="182288" y="602767"/>
                </a:cubicBezTo>
                <a:cubicBezTo>
                  <a:pt x="218069" y="615921"/>
                  <a:pt x="265294" y="622893"/>
                  <a:pt x="316028" y="625524"/>
                </a:cubicBezTo>
                <a:cubicBezTo>
                  <a:pt x="346152" y="628462"/>
                  <a:pt x="384498" y="628528"/>
                  <a:pt x="404515" y="610440"/>
                </a:cubicBezTo>
                <a:cubicBezTo>
                  <a:pt x="412320" y="604038"/>
                  <a:pt x="407585" y="592901"/>
                  <a:pt x="400656" y="592594"/>
                </a:cubicBezTo>
                <a:close/>
                <a:moveTo>
                  <a:pt x="310547" y="639710"/>
                </a:moveTo>
                <a:lnTo>
                  <a:pt x="268429" y="637692"/>
                </a:lnTo>
                <a:cubicBezTo>
                  <a:pt x="263694" y="637495"/>
                  <a:pt x="258191" y="639490"/>
                  <a:pt x="256788" y="645673"/>
                </a:cubicBezTo>
                <a:cubicBezTo>
                  <a:pt x="256042" y="649839"/>
                  <a:pt x="258191" y="655671"/>
                  <a:pt x="263365" y="656241"/>
                </a:cubicBezTo>
                <a:lnTo>
                  <a:pt x="305460" y="658258"/>
                </a:lnTo>
                <a:cubicBezTo>
                  <a:pt x="310218" y="658455"/>
                  <a:pt x="315699" y="656460"/>
                  <a:pt x="317124" y="650277"/>
                </a:cubicBezTo>
                <a:cubicBezTo>
                  <a:pt x="317847" y="646111"/>
                  <a:pt x="315699" y="640258"/>
                  <a:pt x="310547" y="639710"/>
                </a:cubicBezTo>
                <a:close/>
                <a:moveTo>
                  <a:pt x="85075" y="404459"/>
                </a:moveTo>
                <a:cubicBezTo>
                  <a:pt x="50631" y="383609"/>
                  <a:pt x="26799" y="349648"/>
                  <a:pt x="17985" y="308824"/>
                </a:cubicBezTo>
                <a:cubicBezTo>
                  <a:pt x="14894" y="296437"/>
                  <a:pt x="-2448" y="306303"/>
                  <a:pt x="292" y="316257"/>
                </a:cubicBezTo>
                <a:cubicBezTo>
                  <a:pt x="9829" y="360347"/>
                  <a:pt x="37038" y="397925"/>
                  <a:pt x="77028" y="422064"/>
                </a:cubicBezTo>
                <a:cubicBezTo>
                  <a:pt x="82224" y="425572"/>
                  <a:pt x="87991" y="421034"/>
                  <a:pt x="89262" y="415641"/>
                </a:cubicBezTo>
                <a:cubicBezTo>
                  <a:pt x="90643" y="411394"/>
                  <a:pt x="88911" y="406755"/>
                  <a:pt x="85075" y="404459"/>
                </a:cubicBezTo>
                <a:close/>
                <a:moveTo>
                  <a:pt x="329906" y="581522"/>
                </a:moveTo>
                <a:cubicBezTo>
                  <a:pt x="357816" y="581522"/>
                  <a:pt x="380332" y="577751"/>
                  <a:pt x="400656" y="569661"/>
                </a:cubicBezTo>
                <a:cubicBezTo>
                  <a:pt x="405261" y="567896"/>
                  <a:pt x="407870" y="563002"/>
                  <a:pt x="406752" y="558194"/>
                </a:cubicBezTo>
                <a:cubicBezTo>
                  <a:pt x="406357" y="554364"/>
                  <a:pt x="403243" y="551382"/>
                  <a:pt x="399407" y="551134"/>
                </a:cubicBezTo>
                <a:cubicBezTo>
                  <a:pt x="398135" y="551161"/>
                  <a:pt x="396885" y="551428"/>
                  <a:pt x="395701" y="551924"/>
                </a:cubicBezTo>
                <a:cubicBezTo>
                  <a:pt x="365511" y="565078"/>
                  <a:pt x="319887" y="564201"/>
                  <a:pt x="285399" y="560123"/>
                </a:cubicBezTo>
                <a:cubicBezTo>
                  <a:pt x="250079" y="556857"/>
                  <a:pt x="213553" y="549337"/>
                  <a:pt x="177004" y="540545"/>
                </a:cubicBezTo>
                <a:cubicBezTo>
                  <a:pt x="172137" y="540545"/>
                  <a:pt x="169352" y="544930"/>
                  <a:pt x="168826" y="549095"/>
                </a:cubicBezTo>
                <a:cubicBezTo>
                  <a:pt x="167884" y="553862"/>
                  <a:pt x="170887" y="558516"/>
                  <a:pt x="175623" y="559619"/>
                </a:cubicBezTo>
                <a:cubicBezTo>
                  <a:pt x="226663" y="572796"/>
                  <a:pt x="279633" y="581061"/>
                  <a:pt x="329906" y="581522"/>
                </a:cubicBezTo>
                <a:close/>
                <a:moveTo>
                  <a:pt x="216951" y="106307"/>
                </a:moveTo>
                <a:cubicBezTo>
                  <a:pt x="171238" y="119725"/>
                  <a:pt x="136444" y="158926"/>
                  <a:pt x="123991" y="204968"/>
                </a:cubicBezTo>
                <a:cubicBezTo>
                  <a:pt x="122237" y="210887"/>
                  <a:pt x="126183" y="214877"/>
                  <a:pt x="132081" y="214899"/>
                </a:cubicBezTo>
                <a:cubicBezTo>
                  <a:pt x="136860" y="215086"/>
                  <a:pt x="141114" y="211902"/>
                  <a:pt x="142276" y="207270"/>
                </a:cubicBezTo>
                <a:cubicBezTo>
                  <a:pt x="152602" y="168886"/>
                  <a:pt x="181104" y="138014"/>
                  <a:pt x="218551" y="124658"/>
                </a:cubicBezTo>
                <a:cubicBezTo>
                  <a:pt x="228198" y="121216"/>
                  <a:pt x="226334" y="106811"/>
                  <a:pt x="216951" y="106307"/>
                </a:cubicBezTo>
                <a:close/>
                <a:moveTo>
                  <a:pt x="259660" y="91574"/>
                </a:moveTo>
                <a:cubicBezTo>
                  <a:pt x="248325" y="91574"/>
                  <a:pt x="248127" y="110232"/>
                  <a:pt x="260690" y="110297"/>
                </a:cubicBezTo>
                <a:cubicBezTo>
                  <a:pt x="272025" y="110407"/>
                  <a:pt x="272201" y="91640"/>
                  <a:pt x="259660" y="91574"/>
                </a:cubicBezTo>
                <a:close/>
                <a:moveTo>
                  <a:pt x="557483" y="48689"/>
                </a:moveTo>
                <a:cubicBezTo>
                  <a:pt x="551256" y="39700"/>
                  <a:pt x="533760" y="49939"/>
                  <a:pt x="541193" y="59235"/>
                </a:cubicBezTo>
                <a:cubicBezTo>
                  <a:pt x="556321" y="77557"/>
                  <a:pt x="565003" y="100330"/>
                  <a:pt x="565946" y="124066"/>
                </a:cubicBezTo>
                <a:cubicBezTo>
                  <a:pt x="565770" y="128275"/>
                  <a:pt x="569059" y="131825"/>
                  <a:pt x="573268" y="131992"/>
                </a:cubicBezTo>
                <a:cubicBezTo>
                  <a:pt x="573532" y="132003"/>
                  <a:pt x="573817" y="131998"/>
                  <a:pt x="574080" y="131981"/>
                </a:cubicBezTo>
                <a:cubicBezTo>
                  <a:pt x="579561" y="132272"/>
                  <a:pt x="584253" y="128058"/>
                  <a:pt x="584538" y="122569"/>
                </a:cubicBezTo>
                <a:cubicBezTo>
                  <a:pt x="584560" y="122323"/>
                  <a:pt x="584560" y="122075"/>
                  <a:pt x="584560" y="121830"/>
                </a:cubicBezTo>
                <a:cubicBezTo>
                  <a:pt x="583639" y="95169"/>
                  <a:pt x="574146" y="69515"/>
                  <a:pt x="557483" y="48689"/>
                </a:cubicBezTo>
                <a:close/>
                <a:moveTo>
                  <a:pt x="403682" y="258"/>
                </a:moveTo>
                <a:cubicBezTo>
                  <a:pt x="392720" y="-2395"/>
                  <a:pt x="387765" y="16219"/>
                  <a:pt x="399780" y="18960"/>
                </a:cubicBezTo>
                <a:cubicBezTo>
                  <a:pt x="493595" y="37946"/>
                  <a:pt x="532160" y="149148"/>
                  <a:pt x="535120" y="227659"/>
                </a:cubicBezTo>
                <a:cubicBezTo>
                  <a:pt x="535076" y="232018"/>
                  <a:pt x="538562" y="235590"/>
                  <a:pt x="542925" y="235633"/>
                </a:cubicBezTo>
                <a:cubicBezTo>
                  <a:pt x="543122" y="235636"/>
                  <a:pt x="543320" y="235631"/>
                  <a:pt x="543517" y="235618"/>
                </a:cubicBezTo>
                <a:cubicBezTo>
                  <a:pt x="546499" y="235695"/>
                  <a:pt x="549371" y="234555"/>
                  <a:pt x="551497" y="232461"/>
                </a:cubicBezTo>
                <a:cubicBezTo>
                  <a:pt x="553208" y="230630"/>
                  <a:pt x="554062" y="228157"/>
                  <a:pt x="553822" y="225664"/>
                </a:cubicBezTo>
                <a:cubicBezTo>
                  <a:pt x="551629" y="188393"/>
                  <a:pt x="542859" y="133800"/>
                  <a:pt x="514993" y="85610"/>
                </a:cubicBezTo>
                <a:cubicBezTo>
                  <a:pt x="488442" y="39898"/>
                  <a:pt x="451017" y="11220"/>
                  <a:pt x="403682" y="258"/>
                </a:cubicBezTo>
                <a:close/>
                <a:moveTo>
                  <a:pt x="431548" y="75240"/>
                </a:moveTo>
                <a:cubicBezTo>
                  <a:pt x="312936" y="-26709"/>
                  <a:pt x="83934" y="43559"/>
                  <a:pt x="55323" y="204968"/>
                </a:cubicBezTo>
                <a:cubicBezTo>
                  <a:pt x="46553" y="255569"/>
                  <a:pt x="59708" y="304373"/>
                  <a:pt x="92134" y="342369"/>
                </a:cubicBezTo>
                <a:cubicBezTo>
                  <a:pt x="111406" y="364995"/>
                  <a:pt x="133352" y="384398"/>
                  <a:pt x="147757" y="411431"/>
                </a:cubicBezTo>
                <a:cubicBezTo>
                  <a:pt x="162161" y="438464"/>
                  <a:pt x="168498" y="469312"/>
                  <a:pt x="166524" y="502681"/>
                </a:cubicBezTo>
                <a:cubicBezTo>
                  <a:pt x="166480" y="503654"/>
                  <a:pt x="165998" y="504556"/>
                  <a:pt x="165209" y="505137"/>
                </a:cubicBezTo>
                <a:cubicBezTo>
                  <a:pt x="161986" y="507785"/>
                  <a:pt x="160495" y="512012"/>
                  <a:pt x="161350" y="516099"/>
                </a:cubicBezTo>
                <a:cubicBezTo>
                  <a:pt x="161964" y="519442"/>
                  <a:pt x="164573" y="522060"/>
                  <a:pt x="167928" y="522676"/>
                </a:cubicBezTo>
                <a:cubicBezTo>
                  <a:pt x="215043" y="533845"/>
                  <a:pt x="263124" y="540387"/>
                  <a:pt x="311511" y="542211"/>
                </a:cubicBezTo>
                <a:cubicBezTo>
                  <a:pt x="350011" y="543022"/>
                  <a:pt x="388510" y="548218"/>
                  <a:pt x="425651" y="525855"/>
                </a:cubicBezTo>
                <a:cubicBezTo>
                  <a:pt x="429180" y="523911"/>
                  <a:pt x="430847" y="519741"/>
                  <a:pt x="429619" y="515902"/>
                </a:cubicBezTo>
                <a:cubicBezTo>
                  <a:pt x="428610" y="511990"/>
                  <a:pt x="425190" y="509184"/>
                  <a:pt x="421156" y="508973"/>
                </a:cubicBezTo>
                <a:cubicBezTo>
                  <a:pt x="418656" y="508601"/>
                  <a:pt x="416004" y="511626"/>
                  <a:pt x="413526" y="510048"/>
                </a:cubicBezTo>
                <a:cubicBezTo>
                  <a:pt x="412518" y="509440"/>
                  <a:pt x="411926" y="508346"/>
                  <a:pt x="411948" y="507176"/>
                </a:cubicBezTo>
                <a:cubicBezTo>
                  <a:pt x="412452" y="477012"/>
                  <a:pt x="419906" y="447368"/>
                  <a:pt x="433719" y="420552"/>
                </a:cubicBezTo>
                <a:cubicBezTo>
                  <a:pt x="441458" y="405731"/>
                  <a:pt x="451697" y="392642"/>
                  <a:pt x="461607" y="379969"/>
                </a:cubicBezTo>
                <a:cubicBezTo>
                  <a:pt x="467856" y="371989"/>
                  <a:pt x="474323" y="363723"/>
                  <a:pt x="480045" y="355151"/>
                </a:cubicBezTo>
                <a:cubicBezTo>
                  <a:pt x="530231" y="279708"/>
                  <a:pt x="512033" y="136629"/>
                  <a:pt x="431548" y="75240"/>
                </a:cubicBezTo>
                <a:close/>
                <a:moveTo>
                  <a:pt x="334116" y="324171"/>
                </a:moveTo>
                <a:cubicBezTo>
                  <a:pt x="324644" y="390296"/>
                  <a:pt x="323548" y="458108"/>
                  <a:pt x="320961" y="523312"/>
                </a:cubicBezTo>
                <a:cubicBezTo>
                  <a:pt x="320303" y="523941"/>
                  <a:pt x="319404" y="524268"/>
                  <a:pt x="318483" y="524211"/>
                </a:cubicBezTo>
                <a:cubicBezTo>
                  <a:pt x="310788" y="523685"/>
                  <a:pt x="302873" y="523027"/>
                  <a:pt x="295419" y="522567"/>
                </a:cubicBezTo>
                <a:cubicBezTo>
                  <a:pt x="285224" y="521909"/>
                  <a:pt x="274832" y="520988"/>
                  <a:pt x="263694" y="519760"/>
                </a:cubicBezTo>
                <a:cubicBezTo>
                  <a:pt x="262006" y="519589"/>
                  <a:pt x="260734" y="518149"/>
                  <a:pt x="260756" y="516450"/>
                </a:cubicBezTo>
                <a:cubicBezTo>
                  <a:pt x="256108" y="449957"/>
                  <a:pt x="246001" y="383960"/>
                  <a:pt x="230522" y="319129"/>
                </a:cubicBezTo>
                <a:cubicBezTo>
                  <a:pt x="230127" y="317344"/>
                  <a:pt x="231245" y="315575"/>
                  <a:pt x="233021" y="315174"/>
                </a:cubicBezTo>
                <a:cubicBezTo>
                  <a:pt x="233263" y="315123"/>
                  <a:pt x="233482" y="315097"/>
                  <a:pt x="233723" y="315095"/>
                </a:cubicBezTo>
                <a:cubicBezTo>
                  <a:pt x="235170" y="315095"/>
                  <a:pt x="236639" y="315270"/>
                  <a:pt x="238108" y="315270"/>
                </a:cubicBezTo>
                <a:cubicBezTo>
                  <a:pt x="248654" y="315443"/>
                  <a:pt x="258914" y="311896"/>
                  <a:pt x="267114" y="305250"/>
                </a:cubicBezTo>
                <a:cubicBezTo>
                  <a:pt x="268342" y="304255"/>
                  <a:pt x="270074" y="304255"/>
                  <a:pt x="271302" y="305250"/>
                </a:cubicBezTo>
                <a:cubicBezTo>
                  <a:pt x="284128" y="315555"/>
                  <a:pt x="301338" y="320773"/>
                  <a:pt x="322452" y="320773"/>
                </a:cubicBezTo>
                <a:cubicBezTo>
                  <a:pt x="326003" y="321321"/>
                  <a:pt x="334291" y="318164"/>
                  <a:pt x="334116" y="324171"/>
                </a:cubicBezTo>
                <a:close/>
                <a:moveTo>
                  <a:pt x="269811" y="253245"/>
                </a:moveTo>
                <a:cubicBezTo>
                  <a:pt x="271214" y="252283"/>
                  <a:pt x="273100" y="252539"/>
                  <a:pt x="274196" y="253837"/>
                </a:cubicBezTo>
                <a:cubicBezTo>
                  <a:pt x="276783" y="256863"/>
                  <a:pt x="276892" y="261292"/>
                  <a:pt x="274481" y="266992"/>
                </a:cubicBezTo>
                <a:cubicBezTo>
                  <a:pt x="273779" y="268665"/>
                  <a:pt x="271850" y="269452"/>
                  <a:pt x="270183" y="268746"/>
                </a:cubicBezTo>
                <a:cubicBezTo>
                  <a:pt x="269504" y="268468"/>
                  <a:pt x="268956" y="267983"/>
                  <a:pt x="268605" y="267365"/>
                </a:cubicBezTo>
                <a:cubicBezTo>
                  <a:pt x="263694" y="259033"/>
                  <a:pt x="267268" y="254934"/>
                  <a:pt x="269811" y="253245"/>
                </a:cubicBezTo>
                <a:close/>
                <a:moveTo>
                  <a:pt x="478971" y="317945"/>
                </a:moveTo>
                <a:cubicBezTo>
                  <a:pt x="470201" y="344035"/>
                  <a:pt x="451127" y="362759"/>
                  <a:pt x="435539" y="384157"/>
                </a:cubicBezTo>
                <a:cubicBezTo>
                  <a:pt x="407300" y="422707"/>
                  <a:pt x="392523" y="469481"/>
                  <a:pt x="393487" y="517261"/>
                </a:cubicBezTo>
                <a:cubicBezTo>
                  <a:pt x="393750" y="518936"/>
                  <a:pt x="392698" y="520536"/>
                  <a:pt x="391054" y="520966"/>
                </a:cubicBezTo>
                <a:cubicBezTo>
                  <a:pt x="377241" y="524161"/>
                  <a:pt x="363100" y="525634"/>
                  <a:pt x="348937" y="525351"/>
                </a:cubicBezTo>
                <a:cubicBezTo>
                  <a:pt x="345473" y="525351"/>
                  <a:pt x="339641" y="526338"/>
                  <a:pt x="340561" y="520966"/>
                </a:cubicBezTo>
                <a:cubicBezTo>
                  <a:pt x="340145" y="453831"/>
                  <a:pt x="344332" y="386744"/>
                  <a:pt x="353102" y="320181"/>
                </a:cubicBezTo>
                <a:cubicBezTo>
                  <a:pt x="353431" y="315796"/>
                  <a:pt x="359942" y="316695"/>
                  <a:pt x="363056" y="315423"/>
                </a:cubicBezTo>
                <a:cubicBezTo>
                  <a:pt x="374566" y="312310"/>
                  <a:pt x="368669" y="297182"/>
                  <a:pt x="359855" y="297643"/>
                </a:cubicBezTo>
                <a:cubicBezTo>
                  <a:pt x="341175" y="301567"/>
                  <a:pt x="314603" y="306675"/>
                  <a:pt x="295068" y="297029"/>
                </a:cubicBezTo>
                <a:cubicBezTo>
                  <a:pt x="291100" y="295229"/>
                  <a:pt x="287372" y="292953"/>
                  <a:pt x="283952" y="290254"/>
                </a:cubicBezTo>
                <a:cubicBezTo>
                  <a:pt x="282593" y="289206"/>
                  <a:pt x="282286" y="287294"/>
                  <a:pt x="283228" y="285869"/>
                </a:cubicBezTo>
                <a:cubicBezTo>
                  <a:pt x="293402" y="269864"/>
                  <a:pt x="297633" y="254144"/>
                  <a:pt x="294586" y="243818"/>
                </a:cubicBezTo>
                <a:cubicBezTo>
                  <a:pt x="292393" y="235662"/>
                  <a:pt x="283623" y="229698"/>
                  <a:pt x="275029" y="229720"/>
                </a:cubicBezTo>
                <a:cubicBezTo>
                  <a:pt x="265733" y="229720"/>
                  <a:pt x="256590" y="235991"/>
                  <a:pt x="252249" y="245331"/>
                </a:cubicBezTo>
                <a:cubicBezTo>
                  <a:pt x="245672" y="259560"/>
                  <a:pt x="249859" y="276288"/>
                  <a:pt x="256020" y="287206"/>
                </a:cubicBezTo>
                <a:cubicBezTo>
                  <a:pt x="256810" y="288616"/>
                  <a:pt x="256459" y="290392"/>
                  <a:pt x="255187" y="291394"/>
                </a:cubicBezTo>
                <a:cubicBezTo>
                  <a:pt x="250539" y="294950"/>
                  <a:pt x="244817" y="296785"/>
                  <a:pt x="238963" y="296590"/>
                </a:cubicBezTo>
                <a:cubicBezTo>
                  <a:pt x="226707" y="296912"/>
                  <a:pt x="215723" y="289024"/>
                  <a:pt x="212127" y="277297"/>
                </a:cubicBezTo>
                <a:cubicBezTo>
                  <a:pt x="211491" y="273854"/>
                  <a:pt x="208444" y="271397"/>
                  <a:pt x="204936" y="271509"/>
                </a:cubicBezTo>
                <a:cubicBezTo>
                  <a:pt x="201341" y="271592"/>
                  <a:pt x="197986" y="273302"/>
                  <a:pt x="195815" y="276157"/>
                </a:cubicBezTo>
                <a:cubicBezTo>
                  <a:pt x="189764" y="284093"/>
                  <a:pt x="200858" y="298914"/>
                  <a:pt x="207458" y="304351"/>
                </a:cubicBezTo>
                <a:cubicBezTo>
                  <a:pt x="209277" y="305689"/>
                  <a:pt x="208268" y="308364"/>
                  <a:pt x="208860" y="310096"/>
                </a:cubicBezTo>
                <a:cubicBezTo>
                  <a:pt x="224471" y="376768"/>
                  <a:pt x="239270" y="447015"/>
                  <a:pt x="240717" y="515573"/>
                </a:cubicBezTo>
                <a:cubicBezTo>
                  <a:pt x="239993" y="516254"/>
                  <a:pt x="238985" y="516561"/>
                  <a:pt x="237998" y="516406"/>
                </a:cubicBezTo>
                <a:cubicBezTo>
                  <a:pt x="221051" y="513950"/>
                  <a:pt x="203971" y="510881"/>
                  <a:pt x="187243" y="507263"/>
                </a:cubicBezTo>
                <a:cubicBezTo>
                  <a:pt x="185445" y="506853"/>
                  <a:pt x="184327" y="505064"/>
                  <a:pt x="184743" y="503271"/>
                </a:cubicBezTo>
                <a:cubicBezTo>
                  <a:pt x="184743" y="503264"/>
                  <a:pt x="184743" y="503258"/>
                  <a:pt x="184743" y="503251"/>
                </a:cubicBezTo>
                <a:cubicBezTo>
                  <a:pt x="189128" y="453088"/>
                  <a:pt x="172027" y="403538"/>
                  <a:pt x="138351" y="364491"/>
                </a:cubicBezTo>
                <a:cubicBezTo>
                  <a:pt x="121272" y="344758"/>
                  <a:pt x="101847" y="327526"/>
                  <a:pt x="88583" y="304373"/>
                </a:cubicBezTo>
                <a:cubicBezTo>
                  <a:pt x="76480" y="282423"/>
                  <a:pt x="70473" y="257630"/>
                  <a:pt x="71174" y="232571"/>
                </a:cubicBezTo>
                <a:cubicBezTo>
                  <a:pt x="72928" y="120448"/>
                  <a:pt x="178451" y="56078"/>
                  <a:pt x="275073" y="47045"/>
                </a:cubicBezTo>
                <a:cubicBezTo>
                  <a:pt x="428588" y="33145"/>
                  <a:pt x="520649" y="175808"/>
                  <a:pt x="478971" y="317967"/>
                </a:cubicBezTo>
                <a:close/>
              </a:path>
            </a:pathLst>
          </a:custGeom>
          <a:solidFill>
            <a:schemeClr val="dk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 name="Google Shape;20;g1037e35e0a9_0_196"/>
          <p:cNvSpPr/>
          <p:nvPr/>
        </p:nvSpPr>
        <p:spPr>
          <a:xfrm rot="-5400000">
            <a:off x="546000" y="3237680"/>
            <a:ext cx="540251" cy="264299"/>
          </a:xfrm>
          <a:custGeom>
            <a:rect b="b" l="l" r="r" t="t"/>
            <a:pathLst>
              <a:path extrusionOk="0" h="125260" w="256043">
                <a:moveTo>
                  <a:pt x="122835" y="3891"/>
                </a:moveTo>
                <a:cubicBezTo>
                  <a:pt x="106677" y="35258"/>
                  <a:pt x="90541" y="66632"/>
                  <a:pt x="74404" y="98013"/>
                </a:cubicBezTo>
                <a:cubicBezTo>
                  <a:pt x="67103" y="82972"/>
                  <a:pt x="59737" y="67939"/>
                  <a:pt x="52348" y="52914"/>
                </a:cubicBezTo>
                <a:cubicBezTo>
                  <a:pt x="49783" y="47630"/>
                  <a:pt x="41583" y="45218"/>
                  <a:pt x="38602" y="51708"/>
                </a:cubicBezTo>
                <a:cubicBezTo>
                  <a:pt x="30007" y="70416"/>
                  <a:pt x="17598" y="87110"/>
                  <a:pt x="2141" y="100709"/>
                </a:cubicBezTo>
                <a:cubicBezTo>
                  <a:pt x="-4787" y="106848"/>
                  <a:pt x="6723" y="116802"/>
                  <a:pt x="13629" y="110685"/>
                </a:cubicBezTo>
                <a:cubicBezTo>
                  <a:pt x="26258" y="99453"/>
                  <a:pt x="36979" y="86235"/>
                  <a:pt x="45354" y="71550"/>
                </a:cubicBezTo>
                <a:lnTo>
                  <a:pt x="67432" y="116670"/>
                </a:lnTo>
                <a:cubicBezTo>
                  <a:pt x="70107" y="122174"/>
                  <a:pt x="77978" y="124147"/>
                  <a:pt x="81179" y="117876"/>
                </a:cubicBezTo>
                <a:lnTo>
                  <a:pt x="128580" y="25793"/>
                </a:lnTo>
                <a:cubicBezTo>
                  <a:pt x="139147" y="55900"/>
                  <a:pt x="147259" y="86822"/>
                  <a:pt x="152784" y="118249"/>
                </a:cubicBezTo>
                <a:cubicBezTo>
                  <a:pt x="153969" y="125024"/>
                  <a:pt x="163462" y="128422"/>
                  <a:pt x="166970" y="121318"/>
                </a:cubicBezTo>
                <a:cubicBezTo>
                  <a:pt x="177515" y="99979"/>
                  <a:pt x="188039" y="78638"/>
                  <a:pt x="198585" y="57299"/>
                </a:cubicBezTo>
                <a:cubicBezTo>
                  <a:pt x="214107" y="75321"/>
                  <a:pt x="228819" y="94022"/>
                  <a:pt x="242434" y="113469"/>
                </a:cubicBezTo>
                <a:cubicBezTo>
                  <a:pt x="247959" y="121297"/>
                  <a:pt x="260259" y="113711"/>
                  <a:pt x="254580" y="105686"/>
                </a:cubicBezTo>
                <a:cubicBezTo>
                  <a:pt x="238509" y="82896"/>
                  <a:pt x="221145" y="61039"/>
                  <a:pt x="202575" y="40220"/>
                </a:cubicBezTo>
                <a:cubicBezTo>
                  <a:pt x="199023" y="36229"/>
                  <a:pt x="192512" y="35089"/>
                  <a:pt x="189705" y="40746"/>
                </a:cubicBezTo>
                <a:lnTo>
                  <a:pt x="163001" y="94899"/>
                </a:lnTo>
                <a:cubicBezTo>
                  <a:pt x="156468" y="64295"/>
                  <a:pt x="147566" y="34241"/>
                  <a:pt x="136407" y="5009"/>
                </a:cubicBezTo>
                <a:cubicBezTo>
                  <a:pt x="134324" y="-823"/>
                  <a:pt x="125861" y="-2029"/>
                  <a:pt x="122835" y="3891"/>
                </a:cubicBezTo>
                <a:close/>
              </a:path>
            </a:pathLst>
          </a:custGeom>
          <a:solidFill>
            <a:schemeClr val="dk1"/>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 name="Google Shape;21;g1037e35e0a9_0_196"/>
          <p:cNvSpPr/>
          <p:nvPr/>
        </p:nvSpPr>
        <p:spPr>
          <a:xfrm rot="1737742">
            <a:off x="7950210" y="3938411"/>
            <a:ext cx="211749" cy="268162"/>
          </a:xfrm>
          <a:custGeom>
            <a:rect b="b" l="l" r="r" t="t"/>
            <a:pathLst>
              <a:path extrusionOk="0" h="126996" w="100280">
                <a:moveTo>
                  <a:pt x="96357" y="74864"/>
                </a:moveTo>
                <a:cubicBezTo>
                  <a:pt x="82786" y="68484"/>
                  <a:pt x="69679" y="61157"/>
                  <a:pt x="57134" y="52940"/>
                </a:cubicBezTo>
                <a:cubicBezTo>
                  <a:pt x="68090" y="38401"/>
                  <a:pt x="80061" y="24657"/>
                  <a:pt x="92959" y="11809"/>
                </a:cubicBezTo>
                <a:cubicBezTo>
                  <a:pt x="99865" y="4925"/>
                  <a:pt x="88969" y="-4459"/>
                  <a:pt x="81997" y="2382"/>
                </a:cubicBezTo>
                <a:cubicBezTo>
                  <a:pt x="68721" y="15624"/>
                  <a:pt x="56406" y="29794"/>
                  <a:pt x="45141" y="44784"/>
                </a:cubicBezTo>
                <a:cubicBezTo>
                  <a:pt x="33594" y="36487"/>
                  <a:pt x="22607" y="27435"/>
                  <a:pt x="12255" y="17685"/>
                </a:cubicBezTo>
                <a:cubicBezTo>
                  <a:pt x="5480" y="11305"/>
                  <a:pt x="-4518" y="22793"/>
                  <a:pt x="2257" y="29173"/>
                </a:cubicBezTo>
                <a:cubicBezTo>
                  <a:pt x="12947" y="39230"/>
                  <a:pt x="24293" y="48568"/>
                  <a:pt x="36218" y="57127"/>
                </a:cubicBezTo>
                <a:cubicBezTo>
                  <a:pt x="23171" y="75947"/>
                  <a:pt x="11779" y="95863"/>
                  <a:pt x="2169" y="116652"/>
                </a:cubicBezTo>
                <a:cubicBezTo>
                  <a:pt x="-1953" y="125554"/>
                  <a:pt x="11246" y="131429"/>
                  <a:pt x="15324" y="122703"/>
                </a:cubicBezTo>
                <a:cubicBezTo>
                  <a:pt x="24609" y="102651"/>
                  <a:pt x="35613" y="83439"/>
                  <a:pt x="48211" y="65283"/>
                </a:cubicBezTo>
                <a:cubicBezTo>
                  <a:pt x="61447" y="73978"/>
                  <a:pt x="75279" y="81731"/>
                  <a:pt x="89604" y="88479"/>
                </a:cubicBezTo>
                <a:cubicBezTo>
                  <a:pt x="97936" y="92360"/>
                  <a:pt x="104951" y="78898"/>
                  <a:pt x="96357" y="74864"/>
                </a:cubicBezTo>
                <a:close/>
              </a:path>
            </a:pathLst>
          </a:custGeom>
          <a:solidFill>
            <a:srgbClr val="000000"/>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g1037e35e0a9_0_265"/>
          <p:cNvSpPr/>
          <p:nvPr/>
        </p:nvSpPr>
        <p:spPr>
          <a:xfrm rot="-884877">
            <a:off x="7997294" y="3564834"/>
            <a:ext cx="912816" cy="928284"/>
          </a:xfrm>
          <a:custGeom>
            <a:rect b="b" l="l" r="r" t="t"/>
            <a:pathLst>
              <a:path extrusionOk="0" h="559316" w="549996">
                <a:moveTo>
                  <a:pt x="536665" y="198722"/>
                </a:moveTo>
                <a:cubicBezTo>
                  <a:pt x="507988" y="55467"/>
                  <a:pt x="324589" y="-49573"/>
                  <a:pt x="179295" y="24291"/>
                </a:cubicBezTo>
                <a:cubicBezTo>
                  <a:pt x="17974" y="106420"/>
                  <a:pt x="-81169" y="375917"/>
                  <a:pt x="88111" y="512244"/>
                </a:cubicBezTo>
                <a:cubicBezTo>
                  <a:pt x="141168" y="554536"/>
                  <a:pt x="210888" y="558504"/>
                  <a:pt x="276092" y="557584"/>
                </a:cubicBezTo>
                <a:cubicBezTo>
                  <a:pt x="484178" y="579947"/>
                  <a:pt x="588999" y="381814"/>
                  <a:pt x="536665" y="198722"/>
                </a:cubicBezTo>
                <a:close/>
              </a:path>
            </a:pathLst>
          </a:custGeom>
          <a:gradFill>
            <a:gsLst>
              <a:gs pos="0">
                <a:srgbClr val="75DC4D"/>
              </a:gs>
              <a:gs pos="100000">
                <a:srgbClr val="3D8421"/>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 name="Google Shape;24;g1037e35e0a9_0_265"/>
          <p:cNvSpPr/>
          <p:nvPr/>
        </p:nvSpPr>
        <p:spPr>
          <a:xfrm>
            <a:off x="642525" y="331773"/>
            <a:ext cx="6943343" cy="927756"/>
          </a:xfrm>
          <a:custGeom>
            <a:rect b="b" l="l" r="r" t="t"/>
            <a:pathLst>
              <a:path extrusionOk="0" h="399035" w="3290684">
                <a:moveTo>
                  <a:pt x="3288221" y="146895"/>
                </a:moveTo>
                <a:cubicBezTo>
                  <a:pt x="3288879" y="83708"/>
                  <a:pt x="3268160" y="25739"/>
                  <a:pt x="3196488" y="21201"/>
                </a:cubicBezTo>
                <a:cubicBezTo>
                  <a:pt x="2907830" y="16005"/>
                  <a:pt x="2618711" y="18197"/>
                  <a:pt x="2329921" y="14777"/>
                </a:cubicBezTo>
                <a:cubicBezTo>
                  <a:pt x="1580495" y="9866"/>
                  <a:pt x="931222" y="0"/>
                  <a:pt x="181841" y="0"/>
                </a:cubicBezTo>
                <a:cubicBezTo>
                  <a:pt x="-44245" y="0"/>
                  <a:pt x="4866" y="162044"/>
                  <a:pt x="3813" y="206244"/>
                </a:cubicBezTo>
                <a:cubicBezTo>
                  <a:pt x="-6272" y="347395"/>
                  <a:pt x="64456" y="394927"/>
                  <a:pt x="198174" y="383395"/>
                </a:cubicBezTo>
                <a:lnTo>
                  <a:pt x="1064019" y="387780"/>
                </a:lnTo>
                <a:lnTo>
                  <a:pt x="2795708" y="396549"/>
                </a:lnTo>
                <a:cubicBezTo>
                  <a:pt x="2909277" y="397119"/>
                  <a:pt x="3023284" y="400671"/>
                  <a:pt x="3136832" y="398128"/>
                </a:cubicBezTo>
                <a:cubicBezTo>
                  <a:pt x="3275790" y="400627"/>
                  <a:pt x="3299512" y="257767"/>
                  <a:pt x="3288221" y="146895"/>
                </a:cubicBezTo>
                <a:close/>
              </a:path>
            </a:pathLst>
          </a:custGeom>
          <a:gradFill>
            <a:gsLst>
              <a:gs pos="0">
                <a:srgbClr val="75DC4D"/>
              </a:gs>
              <a:gs pos="100000">
                <a:srgbClr val="3D8421"/>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5" name="Google Shape;25;g1037e35e0a9_0_265"/>
          <p:cNvSpPr/>
          <p:nvPr/>
        </p:nvSpPr>
        <p:spPr>
          <a:xfrm>
            <a:off x="368194" y="422127"/>
            <a:ext cx="8379859" cy="4302579"/>
          </a:xfrm>
          <a:custGeom>
            <a:rect b="b" l="l" r="r" t="t"/>
            <a:pathLst>
              <a:path extrusionOk="0" h="2039137" w="3971497">
                <a:moveTo>
                  <a:pt x="3947725" y="299512"/>
                </a:moveTo>
                <a:cubicBezTo>
                  <a:pt x="3924134" y="113307"/>
                  <a:pt x="3885284" y="33501"/>
                  <a:pt x="3686450" y="8902"/>
                </a:cubicBezTo>
                <a:cubicBezTo>
                  <a:pt x="3601997" y="-3398"/>
                  <a:pt x="3538196" y="330"/>
                  <a:pt x="3453085" y="1250"/>
                </a:cubicBezTo>
                <a:cubicBezTo>
                  <a:pt x="2545650" y="21443"/>
                  <a:pt x="1638390" y="51765"/>
                  <a:pt x="731371" y="878"/>
                </a:cubicBezTo>
                <a:cubicBezTo>
                  <a:pt x="642467" y="-87"/>
                  <a:pt x="553519" y="1250"/>
                  <a:pt x="464769" y="6534"/>
                </a:cubicBezTo>
                <a:cubicBezTo>
                  <a:pt x="385183" y="11292"/>
                  <a:pt x="302374" y="15304"/>
                  <a:pt x="224563" y="33743"/>
                </a:cubicBezTo>
                <a:cubicBezTo>
                  <a:pt x="159908" y="49090"/>
                  <a:pt x="106653" y="83204"/>
                  <a:pt x="86570" y="149329"/>
                </a:cubicBezTo>
                <a:cubicBezTo>
                  <a:pt x="9067" y="671747"/>
                  <a:pt x="-7925" y="1209227"/>
                  <a:pt x="2994" y="1737127"/>
                </a:cubicBezTo>
                <a:cubicBezTo>
                  <a:pt x="7729" y="2035301"/>
                  <a:pt x="225024" y="2012784"/>
                  <a:pt x="454881" y="2012828"/>
                </a:cubicBezTo>
                <a:cubicBezTo>
                  <a:pt x="1452075" y="2021379"/>
                  <a:pt x="2463170" y="2030543"/>
                  <a:pt x="3459136" y="2039138"/>
                </a:cubicBezTo>
                <a:cubicBezTo>
                  <a:pt x="3468432" y="2039138"/>
                  <a:pt x="3468235" y="2024426"/>
                  <a:pt x="3458544" y="2024339"/>
                </a:cubicBezTo>
                <a:cubicBezTo>
                  <a:pt x="2395752" y="2013552"/>
                  <a:pt x="1331030" y="2008487"/>
                  <a:pt x="268237" y="1995157"/>
                </a:cubicBezTo>
                <a:cubicBezTo>
                  <a:pt x="201871" y="1991167"/>
                  <a:pt x="129981" y="1978933"/>
                  <a:pt x="80870" y="1929997"/>
                </a:cubicBezTo>
                <a:cubicBezTo>
                  <a:pt x="27856" y="1877181"/>
                  <a:pt x="19898" y="1797332"/>
                  <a:pt x="17289" y="1726406"/>
                </a:cubicBezTo>
                <a:cubicBezTo>
                  <a:pt x="11150" y="1553355"/>
                  <a:pt x="12904" y="1379647"/>
                  <a:pt x="17289" y="1206596"/>
                </a:cubicBezTo>
                <a:cubicBezTo>
                  <a:pt x="24962" y="897125"/>
                  <a:pt x="46317" y="588368"/>
                  <a:pt x="81352" y="280328"/>
                </a:cubicBezTo>
                <a:cubicBezTo>
                  <a:pt x="89990" y="206026"/>
                  <a:pt x="89333" y="112868"/>
                  <a:pt x="163591" y="71825"/>
                </a:cubicBezTo>
                <a:cubicBezTo>
                  <a:pt x="194285" y="54286"/>
                  <a:pt x="229825" y="46349"/>
                  <a:pt x="264444" y="40978"/>
                </a:cubicBezTo>
                <a:cubicBezTo>
                  <a:pt x="347341" y="28174"/>
                  <a:pt x="431728" y="22408"/>
                  <a:pt x="515502" y="18746"/>
                </a:cubicBezTo>
                <a:cubicBezTo>
                  <a:pt x="692894" y="11029"/>
                  <a:pt x="870483" y="17869"/>
                  <a:pt x="1047743" y="26113"/>
                </a:cubicBezTo>
                <a:cubicBezTo>
                  <a:pt x="1755029" y="63845"/>
                  <a:pt x="2462863" y="37711"/>
                  <a:pt x="3170346" y="20654"/>
                </a:cubicBezTo>
                <a:cubicBezTo>
                  <a:pt x="3346028" y="20478"/>
                  <a:pt x="3500947" y="3289"/>
                  <a:pt x="3675948" y="22605"/>
                </a:cubicBezTo>
                <a:cubicBezTo>
                  <a:pt x="3819576" y="42556"/>
                  <a:pt x="3893001" y="73821"/>
                  <a:pt x="3920034" y="229880"/>
                </a:cubicBezTo>
                <a:cubicBezTo>
                  <a:pt x="4003348" y="663591"/>
                  <a:pt x="3918609" y="1093707"/>
                  <a:pt x="3926392" y="1543489"/>
                </a:cubicBezTo>
                <a:cubicBezTo>
                  <a:pt x="3926568" y="1553092"/>
                  <a:pt x="3940665" y="1547436"/>
                  <a:pt x="3940490" y="1538337"/>
                </a:cubicBezTo>
                <a:cubicBezTo>
                  <a:pt x="3933321" y="1127383"/>
                  <a:pt x="4008215" y="711694"/>
                  <a:pt x="3947725" y="29951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 name="Google Shape;26;g1037e35e0a9_0_265"/>
          <p:cNvSpPr txBox="1"/>
          <p:nvPr>
            <p:ph type="title"/>
          </p:nvPr>
        </p:nvSpPr>
        <p:spPr>
          <a:xfrm>
            <a:off x="883375" y="683600"/>
            <a:ext cx="6426300" cy="3963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3400"/>
              <a:buNone/>
              <a:defRPr/>
            </a:lvl1pPr>
            <a:lvl2pPr lvl="1" algn="l">
              <a:lnSpc>
                <a:spcPct val="90000"/>
              </a:lnSpc>
              <a:spcBef>
                <a:spcPts val="0"/>
              </a:spcBef>
              <a:spcAft>
                <a:spcPts val="0"/>
              </a:spcAft>
              <a:buSzPts val="3400"/>
              <a:buNone/>
              <a:defRPr/>
            </a:lvl2pPr>
            <a:lvl3pPr lvl="2" algn="l">
              <a:lnSpc>
                <a:spcPct val="90000"/>
              </a:lnSpc>
              <a:spcBef>
                <a:spcPts val="0"/>
              </a:spcBef>
              <a:spcAft>
                <a:spcPts val="0"/>
              </a:spcAft>
              <a:buSzPts val="3400"/>
              <a:buNone/>
              <a:defRPr/>
            </a:lvl3pPr>
            <a:lvl4pPr lvl="3" algn="l">
              <a:lnSpc>
                <a:spcPct val="90000"/>
              </a:lnSpc>
              <a:spcBef>
                <a:spcPts val="0"/>
              </a:spcBef>
              <a:spcAft>
                <a:spcPts val="0"/>
              </a:spcAft>
              <a:buSzPts val="3400"/>
              <a:buNone/>
              <a:defRPr/>
            </a:lvl4pPr>
            <a:lvl5pPr lvl="4" algn="l">
              <a:lnSpc>
                <a:spcPct val="90000"/>
              </a:lnSpc>
              <a:spcBef>
                <a:spcPts val="0"/>
              </a:spcBef>
              <a:spcAft>
                <a:spcPts val="0"/>
              </a:spcAft>
              <a:buSzPts val="3400"/>
              <a:buNone/>
              <a:defRPr/>
            </a:lvl5pPr>
            <a:lvl6pPr lvl="5" algn="l">
              <a:lnSpc>
                <a:spcPct val="90000"/>
              </a:lnSpc>
              <a:spcBef>
                <a:spcPts val="0"/>
              </a:spcBef>
              <a:spcAft>
                <a:spcPts val="0"/>
              </a:spcAft>
              <a:buSzPts val="3400"/>
              <a:buNone/>
              <a:defRPr/>
            </a:lvl6pPr>
            <a:lvl7pPr lvl="6" algn="l">
              <a:lnSpc>
                <a:spcPct val="90000"/>
              </a:lnSpc>
              <a:spcBef>
                <a:spcPts val="0"/>
              </a:spcBef>
              <a:spcAft>
                <a:spcPts val="0"/>
              </a:spcAft>
              <a:buSzPts val="3400"/>
              <a:buNone/>
              <a:defRPr/>
            </a:lvl7pPr>
            <a:lvl8pPr lvl="7" algn="l">
              <a:lnSpc>
                <a:spcPct val="90000"/>
              </a:lnSpc>
              <a:spcBef>
                <a:spcPts val="0"/>
              </a:spcBef>
              <a:spcAft>
                <a:spcPts val="0"/>
              </a:spcAft>
              <a:buSzPts val="3400"/>
              <a:buNone/>
              <a:defRPr/>
            </a:lvl8pPr>
            <a:lvl9pPr lvl="8" algn="l">
              <a:lnSpc>
                <a:spcPct val="90000"/>
              </a:lnSpc>
              <a:spcBef>
                <a:spcPts val="0"/>
              </a:spcBef>
              <a:spcAft>
                <a:spcPts val="0"/>
              </a:spcAft>
              <a:buSzPts val="3400"/>
              <a:buNone/>
              <a:defRPr/>
            </a:lvl9pPr>
          </a:lstStyle>
          <a:p/>
        </p:txBody>
      </p:sp>
      <p:sp>
        <p:nvSpPr>
          <p:cNvPr id="27" name="Google Shape;27;g1037e35e0a9_0_265"/>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8" name="Google Shape;28;g1037e35e0a9_0_265"/>
          <p:cNvSpPr/>
          <p:nvPr/>
        </p:nvSpPr>
        <p:spPr>
          <a:xfrm>
            <a:off x="325536" y="1027644"/>
            <a:ext cx="113330" cy="954049"/>
          </a:xfrm>
          <a:custGeom>
            <a:rect b="b" l="l" r="r" t="t"/>
            <a:pathLst>
              <a:path extrusionOk="0" h="452156" w="53711">
                <a:moveTo>
                  <a:pt x="39194" y="6047"/>
                </a:moveTo>
                <a:cubicBezTo>
                  <a:pt x="16217" y="151582"/>
                  <a:pt x="8039" y="298805"/>
                  <a:pt x="15" y="445744"/>
                </a:cubicBezTo>
                <a:cubicBezTo>
                  <a:pt x="-533" y="455478"/>
                  <a:pt x="14244" y="453439"/>
                  <a:pt x="14748" y="444275"/>
                </a:cubicBezTo>
                <a:cubicBezTo>
                  <a:pt x="22707" y="298586"/>
                  <a:pt x="30819" y="152678"/>
                  <a:pt x="53598" y="8393"/>
                </a:cubicBezTo>
                <a:cubicBezTo>
                  <a:pt x="55133" y="-1298"/>
                  <a:pt x="40597" y="-3271"/>
                  <a:pt x="39194" y="604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 name="Google Shape;29;g1037e35e0a9_0_265"/>
          <p:cNvSpPr/>
          <p:nvPr/>
        </p:nvSpPr>
        <p:spPr>
          <a:xfrm>
            <a:off x="257001" y="1121076"/>
            <a:ext cx="80437" cy="399039"/>
          </a:xfrm>
          <a:custGeom>
            <a:rect b="b" l="l" r="r" t="t"/>
            <a:pathLst>
              <a:path extrusionOk="0" h="189118" w="38122">
                <a:moveTo>
                  <a:pt x="23673" y="6072"/>
                </a:moveTo>
                <a:cubicBezTo>
                  <a:pt x="15809" y="64288"/>
                  <a:pt x="7945" y="122498"/>
                  <a:pt x="82" y="180701"/>
                </a:cubicBezTo>
                <a:cubicBezTo>
                  <a:pt x="-1212" y="190414"/>
                  <a:pt x="13237" y="192409"/>
                  <a:pt x="14486" y="183047"/>
                </a:cubicBezTo>
                <a:cubicBezTo>
                  <a:pt x="22364" y="124844"/>
                  <a:pt x="30213" y="66634"/>
                  <a:pt x="38033" y="8418"/>
                </a:cubicBezTo>
                <a:cubicBezTo>
                  <a:pt x="39393" y="-1295"/>
                  <a:pt x="24879" y="-3290"/>
                  <a:pt x="23673" y="607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 name="Google Shape;30;g1037e35e0a9_0_265"/>
          <p:cNvSpPr/>
          <p:nvPr/>
        </p:nvSpPr>
        <p:spPr>
          <a:xfrm>
            <a:off x="2910561" y="377935"/>
            <a:ext cx="1377041" cy="66908"/>
          </a:xfrm>
          <a:custGeom>
            <a:rect b="b" l="l" r="r" t="t"/>
            <a:pathLst>
              <a:path extrusionOk="0" h="31710" w="652626">
                <a:moveTo>
                  <a:pt x="645179" y="13550"/>
                </a:moveTo>
                <a:cubicBezTo>
                  <a:pt x="432971" y="20774"/>
                  <a:pt x="220527" y="16258"/>
                  <a:pt x="8819" y="23"/>
                </a:cubicBezTo>
                <a:cubicBezTo>
                  <a:pt x="-280" y="-657"/>
                  <a:pt x="-3941" y="13989"/>
                  <a:pt x="5662" y="14712"/>
                </a:cubicBezTo>
                <a:cubicBezTo>
                  <a:pt x="218646" y="31045"/>
                  <a:pt x="432371" y="35612"/>
                  <a:pt x="645859" y="28393"/>
                </a:cubicBezTo>
                <a:cubicBezTo>
                  <a:pt x="655067" y="28043"/>
                  <a:pt x="654914" y="13178"/>
                  <a:pt x="645179" y="1355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 name="Google Shape;31;g1037e35e0a9_0_265"/>
          <p:cNvSpPr/>
          <p:nvPr/>
        </p:nvSpPr>
        <p:spPr>
          <a:xfrm>
            <a:off x="4390454" y="411302"/>
            <a:ext cx="263959" cy="31226"/>
          </a:xfrm>
          <a:custGeom>
            <a:rect b="b" l="l" r="r" t="t"/>
            <a:pathLst>
              <a:path extrusionOk="0" h="14799" w="125099">
                <a:moveTo>
                  <a:pt x="117661" y="0"/>
                </a:moveTo>
                <a:lnTo>
                  <a:pt x="6833" y="0"/>
                </a:lnTo>
                <a:cubicBezTo>
                  <a:pt x="-2463" y="0"/>
                  <a:pt x="-2288" y="14799"/>
                  <a:pt x="7446" y="14799"/>
                </a:cubicBezTo>
                <a:lnTo>
                  <a:pt x="118275" y="14799"/>
                </a:lnTo>
                <a:cubicBezTo>
                  <a:pt x="127571" y="14887"/>
                  <a:pt x="127374" y="0"/>
                  <a:pt x="117661"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 name="Google Shape;32;g1037e35e0a9_0_265"/>
          <p:cNvSpPr/>
          <p:nvPr/>
        </p:nvSpPr>
        <p:spPr>
          <a:xfrm>
            <a:off x="8371587" y="397372"/>
            <a:ext cx="290374" cy="231224"/>
          </a:xfrm>
          <a:custGeom>
            <a:rect b="b" l="l" r="r" t="t"/>
            <a:pathLst>
              <a:path extrusionOk="0" h="109585" w="137618">
                <a:moveTo>
                  <a:pt x="136999" y="99882"/>
                </a:moveTo>
                <a:cubicBezTo>
                  <a:pt x="113869" y="47085"/>
                  <a:pt x="65635" y="9548"/>
                  <a:pt x="8785" y="104"/>
                </a:cubicBezTo>
                <a:cubicBezTo>
                  <a:pt x="-292" y="-1365"/>
                  <a:pt x="-3910" y="13258"/>
                  <a:pt x="5627" y="14771"/>
                </a:cubicBezTo>
                <a:cubicBezTo>
                  <a:pt x="57435" y="23274"/>
                  <a:pt x="101482" y="57237"/>
                  <a:pt x="122902" y="105166"/>
                </a:cubicBezTo>
                <a:cubicBezTo>
                  <a:pt x="126738" y="113936"/>
                  <a:pt x="140705" y="108323"/>
                  <a:pt x="136999" y="9988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 name="Google Shape;33;g1037e35e0a9_0_265"/>
          <p:cNvSpPr/>
          <p:nvPr/>
        </p:nvSpPr>
        <p:spPr>
          <a:xfrm>
            <a:off x="8526304" y="347275"/>
            <a:ext cx="132428" cy="91243"/>
          </a:xfrm>
          <a:custGeom>
            <a:rect b="b" l="l" r="r" t="t"/>
            <a:pathLst>
              <a:path extrusionOk="0" h="43243" w="62762">
                <a:moveTo>
                  <a:pt x="60351" y="30032"/>
                </a:moveTo>
                <a:cubicBezTo>
                  <a:pt x="45705" y="17367"/>
                  <a:pt x="28955" y="7372"/>
                  <a:pt x="10845" y="500"/>
                </a:cubicBezTo>
                <a:cubicBezTo>
                  <a:pt x="2273" y="-2745"/>
                  <a:pt x="-4765" y="10739"/>
                  <a:pt x="4092" y="14093"/>
                </a:cubicBezTo>
                <a:cubicBezTo>
                  <a:pt x="20996" y="20446"/>
                  <a:pt x="36672" y="29731"/>
                  <a:pt x="50353" y="41521"/>
                </a:cubicBezTo>
                <a:cubicBezTo>
                  <a:pt x="57413" y="47594"/>
                  <a:pt x="67410" y="36127"/>
                  <a:pt x="60351" y="3003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 name="Google Shape;34;g1037e35e0a9_0_265"/>
          <p:cNvSpPr/>
          <p:nvPr/>
        </p:nvSpPr>
        <p:spPr>
          <a:xfrm>
            <a:off x="244743" y="4094361"/>
            <a:ext cx="746254" cy="775710"/>
          </a:xfrm>
          <a:custGeom>
            <a:rect b="b" l="l" r="r" t="t"/>
            <a:pathLst>
              <a:path extrusionOk="0" h="367635" w="353675">
                <a:moveTo>
                  <a:pt x="349850" y="316408"/>
                </a:moveTo>
                <a:cubicBezTo>
                  <a:pt x="344216" y="307967"/>
                  <a:pt x="337265" y="300140"/>
                  <a:pt x="331061" y="292094"/>
                </a:cubicBezTo>
                <a:cubicBezTo>
                  <a:pt x="325295" y="284639"/>
                  <a:pt x="312907" y="293387"/>
                  <a:pt x="318542" y="300688"/>
                </a:cubicBezTo>
                <a:cubicBezTo>
                  <a:pt x="320142" y="302661"/>
                  <a:pt x="330951" y="317022"/>
                  <a:pt x="332574" y="318447"/>
                </a:cubicBezTo>
                <a:cubicBezTo>
                  <a:pt x="270198" y="313689"/>
                  <a:pt x="197781" y="305292"/>
                  <a:pt x="142554" y="274598"/>
                </a:cubicBezTo>
                <a:cubicBezTo>
                  <a:pt x="87348" y="239760"/>
                  <a:pt x="52202" y="175937"/>
                  <a:pt x="31747" y="115404"/>
                </a:cubicBezTo>
                <a:cubicBezTo>
                  <a:pt x="20542" y="80171"/>
                  <a:pt x="14804" y="43432"/>
                  <a:pt x="14733" y="6461"/>
                </a:cubicBezTo>
                <a:cubicBezTo>
                  <a:pt x="14733" y="-3318"/>
                  <a:pt x="-44" y="-1323"/>
                  <a:pt x="0" y="7930"/>
                </a:cubicBezTo>
                <a:cubicBezTo>
                  <a:pt x="1184" y="107971"/>
                  <a:pt x="41065" y="213209"/>
                  <a:pt x="119862" y="277470"/>
                </a:cubicBezTo>
                <a:cubicBezTo>
                  <a:pt x="177501" y="318403"/>
                  <a:pt x="263467" y="328116"/>
                  <a:pt x="332705" y="333158"/>
                </a:cubicBezTo>
                <a:cubicBezTo>
                  <a:pt x="322510" y="340196"/>
                  <a:pt x="316437" y="346182"/>
                  <a:pt x="307470" y="353702"/>
                </a:cubicBezTo>
                <a:cubicBezTo>
                  <a:pt x="300301" y="359863"/>
                  <a:pt x="307821" y="372250"/>
                  <a:pt x="315275" y="365848"/>
                </a:cubicBezTo>
                <a:lnTo>
                  <a:pt x="340028" y="344647"/>
                </a:lnTo>
                <a:cubicBezTo>
                  <a:pt x="350048" y="337171"/>
                  <a:pt x="359037" y="328927"/>
                  <a:pt x="349850" y="31640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 name="Google Shape;35;g1037e35e0a9_0_265"/>
          <p:cNvSpPr/>
          <p:nvPr/>
        </p:nvSpPr>
        <p:spPr>
          <a:xfrm>
            <a:off x="8624662" y="1757104"/>
            <a:ext cx="200902" cy="172792"/>
          </a:xfrm>
          <a:custGeom>
            <a:rect b="b" l="l" r="r" t="t"/>
            <a:pathLst>
              <a:path extrusionOk="0" h="81892" w="95214">
                <a:moveTo>
                  <a:pt x="92489" y="65480"/>
                </a:moveTo>
                <a:lnTo>
                  <a:pt x="61028" y="43753"/>
                </a:lnTo>
                <a:cubicBezTo>
                  <a:pt x="70521" y="33157"/>
                  <a:pt x="80036" y="22580"/>
                  <a:pt x="89530" y="12028"/>
                </a:cubicBezTo>
                <a:cubicBezTo>
                  <a:pt x="96107" y="4771"/>
                  <a:pt x="85145" y="-4635"/>
                  <a:pt x="78567" y="2600"/>
                </a:cubicBezTo>
                <a:lnTo>
                  <a:pt x="48991" y="35487"/>
                </a:lnTo>
                <a:lnTo>
                  <a:pt x="12684" y="10383"/>
                </a:lnTo>
                <a:cubicBezTo>
                  <a:pt x="5098" y="5144"/>
                  <a:pt x="-4856" y="16610"/>
                  <a:pt x="2687" y="21872"/>
                </a:cubicBezTo>
                <a:lnTo>
                  <a:pt x="38796" y="46844"/>
                </a:lnTo>
                <a:lnTo>
                  <a:pt x="18275" y="69865"/>
                </a:lnTo>
                <a:cubicBezTo>
                  <a:pt x="11697" y="77122"/>
                  <a:pt x="22660" y="86527"/>
                  <a:pt x="29237" y="79292"/>
                </a:cubicBezTo>
                <a:lnTo>
                  <a:pt x="50942" y="55175"/>
                </a:lnTo>
                <a:lnTo>
                  <a:pt x="82601" y="77100"/>
                </a:lnTo>
                <a:cubicBezTo>
                  <a:pt x="90078" y="82296"/>
                  <a:pt x="100119" y="70829"/>
                  <a:pt x="92489" y="6548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 name="Google Shape;36;g1037e35e0a9_0_265"/>
          <p:cNvSpPr/>
          <p:nvPr/>
        </p:nvSpPr>
        <p:spPr>
          <a:xfrm>
            <a:off x="4654424" y="4555495"/>
            <a:ext cx="681049" cy="214332"/>
          </a:xfrm>
          <a:custGeom>
            <a:rect b="b" l="l" r="r" t="t"/>
            <a:pathLst>
              <a:path extrusionOk="0" h="101579" w="322772">
                <a:moveTo>
                  <a:pt x="308867" y="12831"/>
                </a:moveTo>
                <a:cubicBezTo>
                  <a:pt x="298146" y="35457"/>
                  <a:pt x="274994" y="116227"/>
                  <a:pt x="241691" y="74877"/>
                </a:cubicBezTo>
                <a:cubicBezTo>
                  <a:pt x="226606" y="51615"/>
                  <a:pt x="229566" y="5595"/>
                  <a:pt x="194224" y="334"/>
                </a:cubicBezTo>
                <a:cubicBezTo>
                  <a:pt x="178877" y="-1990"/>
                  <a:pt x="165349" y="8161"/>
                  <a:pt x="157325" y="20460"/>
                </a:cubicBezTo>
                <a:cubicBezTo>
                  <a:pt x="146363" y="37211"/>
                  <a:pt x="147130" y="60538"/>
                  <a:pt x="133361" y="75425"/>
                </a:cubicBezTo>
                <a:cubicBezTo>
                  <a:pt x="125907" y="83493"/>
                  <a:pt x="113761" y="87221"/>
                  <a:pt x="105692" y="77925"/>
                </a:cubicBezTo>
                <a:cubicBezTo>
                  <a:pt x="91836" y="58697"/>
                  <a:pt x="101308" y="30480"/>
                  <a:pt x="85040" y="12019"/>
                </a:cubicBezTo>
                <a:cubicBezTo>
                  <a:pt x="56538" y="-22380"/>
                  <a:pt x="11110" y="29318"/>
                  <a:pt x="630" y="55386"/>
                </a:cubicBezTo>
                <a:cubicBezTo>
                  <a:pt x="-3009" y="64441"/>
                  <a:pt x="10145" y="70339"/>
                  <a:pt x="13785" y="61415"/>
                </a:cubicBezTo>
                <a:cubicBezTo>
                  <a:pt x="27992" y="24319"/>
                  <a:pt x="78221" y="-12668"/>
                  <a:pt x="82496" y="51571"/>
                </a:cubicBezTo>
                <a:cubicBezTo>
                  <a:pt x="84097" y="65734"/>
                  <a:pt x="86640" y="82003"/>
                  <a:pt x="98129" y="91803"/>
                </a:cubicBezTo>
                <a:cubicBezTo>
                  <a:pt x="110954" y="102765"/>
                  <a:pt x="128560" y="98863"/>
                  <a:pt x="140355" y="88558"/>
                </a:cubicBezTo>
                <a:cubicBezTo>
                  <a:pt x="155703" y="75184"/>
                  <a:pt x="157632" y="55079"/>
                  <a:pt x="164867" y="37255"/>
                </a:cubicBezTo>
                <a:cubicBezTo>
                  <a:pt x="172102" y="19430"/>
                  <a:pt x="191308" y="5464"/>
                  <a:pt x="205690" y="25086"/>
                </a:cubicBezTo>
                <a:cubicBezTo>
                  <a:pt x="222397" y="47844"/>
                  <a:pt x="217508" y="92066"/>
                  <a:pt x="250965" y="100880"/>
                </a:cubicBezTo>
                <a:cubicBezTo>
                  <a:pt x="294375" y="108729"/>
                  <a:pt x="307464" y="48633"/>
                  <a:pt x="322022" y="18904"/>
                </a:cubicBezTo>
                <a:cubicBezTo>
                  <a:pt x="326034" y="9915"/>
                  <a:pt x="312836" y="4039"/>
                  <a:pt x="308867" y="1283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37" name="Shape 37"/>
        <p:cNvGrpSpPr/>
        <p:nvPr/>
      </p:nvGrpSpPr>
      <p:grpSpPr>
        <a:xfrm>
          <a:off x="0" y="0"/>
          <a:ext cx="0" cy="0"/>
          <a:chOff x="0" y="0"/>
          <a:chExt cx="0" cy="0"/>
        </a:xfrm>
      </p:grpSpPr>
      <p:sp>
        <p:nvSpPr>
          <p:cNvPr id="38" name="Google Shape;38;g1037e35e0a9_0_224"/>
          <p:cNvSpPr/>
          <p:nvPr/>
        </p:nvSpPr>
        <p:spPr>
          <a:xfrm>
            <a:off x="1711339" y="1054787"/>
            <a:ext cx="2954" cy="1397"/>
          </a:xfrm>
          <a:custGeom>
            <a:rect b="b" l="l" r="r" t="t"/>
            <a:pathLst>
              <a:path extrusionOk="0" h="662" w="1400">
                <a:moveTo>
                  <a:pt x="0" y="663"/>
                </a:moveTo>
                <a:cubicBezTo>
                  <a:pt x="2192" y="-368"/>
                  <a:pt x="1513" y="-61"/>
                  <a:pt x="0" y="66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 name="Google Shape;39;g1037e35e0a9_0_224"/>
          <p:cNvSpPr/>
          <p:nvPr/>
        </p:nvSpPr>
        <p:spPr>
          <a:xfrm>
            <a:off x="789941" y="506013"/>
            <a:ext cx="7919231" cy="4371184"/>
          </a:xfrm>
          <a:custGeom>
            <a:rect b="b" l="l" r="r" t="t"/>
            <a:pathLst>
              <a:path extrusionOk="0" h="2071651" w="3753190">
                <a:moveTo>
                  <a:pt x="3559557" y="312526"/>
                </a:moveTo>
                <a:cubicBezTo>
                  <a:pt x="3462673" y="190537"/>
                  <a:pt x="3320580" y="114262"/>
                  <a:pt x="3169958" y="80871"/>
                </a:cubicBezTo>
                <a:cubicBezTo>
                  <a:pt x="2666702" y="-4635"/>
                  <a:pt x="2149217" y="-1697"/>
                  <a:pt x="1639734" y="934"/>
                </a:cubicBezTo>
                <a:cubicBezTo>
                  <a:pt x="1246802" y="10932"/>
                  <a:pt x="855690" y="56206"/>
                  <a:pt x="467318" y="117923"/>
                </a:cubicBezTo>
                <a:cubicBezTo>
                  <a:pt x="174056" y="164557"/>
                  <a:pt x="89909" y="643718"/>
                  <a:pt x="35646" y="899687"/>
                </a:cubicBezTo>
                <a:cubicBezTo>
                  <a:pt x="-28637" y="1401979"/>
                  <a:pt x="-84588" y="1869849"/>
                  <a:pt x="614695" y="1936390"/>
                </a:cubicBezTo>
                <a:cubicBezTo>
                  <a:pt x="1341779" y="2005561"/>
                  <a:pt x="2076558" y="2008434"/>
                  <a:pt x="2804213" y="1931237"/>
                </a:cubicBezTo>
                <a:cubicBezTo>
                  <a:pt x="2974808" y="1913456"/>
                  <a:pt x="3089078" y="1906791"/>
                  <a:pt x="3089078" y="1906791"/>
                </a:cubicBezTo>
                <a:cubicBezTo>
                  <a:pt x="3099164" y="1977323"/>
                  <a:pt x="3363661" y="2103279"/>
                  <a:pt x="3459384" y="2064341"/>
                </a:cubicBezTo>
                <a:cubicBezTo>
                  <a:pt x="3373725" y="1984887"/>
                  <a:pt x="3328363" y="1836962"/>
                  <a:pt x="3328363" y="1836962"/>
                </a:cubicBezTo>
                <a:cubicBezTo>
                  <a:pt x="3697529" y="1838781"/>
                  <a:pt x="3736708" y="1487660"/>
                  <a:pt x="3747407" y="1232568"/>
                </a:cubicBezTo>
                <a:cubicBezTo>
                  <a:pt x="3760452" y="920406"/>
                  <a:pt x="3769770" y="568692"/>
                  <a:pt x="3559557" y="312526"/>
                </a:cubicBezTo>
                <a:close/>
              </a:path>
            </a:pathLst>
          </a:custGeom>
          <a:gradFill>
            <a:gsLst>
              <a:gs pos="0">
                <a:srgbClr val="75DC4D"/>
              </a:gs>
              <a:gs pos="100000">
                <a:srgbClr val="3D8421"/>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 name="Google Shape;40;g1037e35e0a9_0_224"/>
          <p:cNvSpPr/>
          <p:nvPr/>
        </p:nvSpPr>
        <p:spPr>
          <a:xfrm>
            <a:off x="529421" y="349800"/>
            <a:ext cx="8062595" cy="4512254"/>
          </a:xfrm>
          <a:custGeom>
            <a:rect b="b" l="l" r="r" t="t"/>
            <a:pathLst>
              <a:path extrusionOk="0" h="2138509" w="3821135">
                <a:moveTo>
                  <a:pt x="3819859" y="752034"/>
                </a:moveTo>
                <a:cubicBezTo>
                  <a:pt x="3812054" y="539103"/>
                  <a:pt x="3741062" y="308303"/>
                  <a:pt x="3556764" y="183793"/>
                </a:cubicBezTo>
                <a:cubicBezTo>
                  <a:pt x="3418070" y="94210"/>
                  <a:pt x="3245918" y="93267"/>
                  <a:pt x="3087294" y="70619"/>
                </a:cubicBezTo>
                <a:cubicBezTo>
                  <a:pt x="2233223" y="-29401"/>
                  <a:pt x="1371303" y="-1973"/>
                  <a:pt x="513768" y="25410"/>
                </a:cubicBezTo>
                <a:cubicBezTo>
                  <a:pt x="504472" y="25717"/>
                  <a:pt x="504626" y="40517"/>
                  <a:pt x="514360" y="40210"/>
                </a:cubicBezTo>
                <a:cubicBezTo>
                  <a:pt x="1396429" y="12037"/>
                  <a:pt x="2283672" y="-16268"/>
                  <a:pt x="3161333" y="94714"/>
                </a:cubicBezTo>
                <a:cubicBezTo>
                  <a:pt x="3242301" y="104953"/>
                  <a:pt x="3324781" y="113350"/>
                  <a:pt x="3403994" y="133740"/>
                </a:cubicBezTo>
                <a:cubicBezTo>
                  <a:pt x="3829331" y="245730"/>
                  <a:pt x="3826151" y="758590"/>
                  <a:pt x="3794098" y="1112320"/>
                </a:cubicBezTo>
                <a:cubicBezTo>
                  <a:pt x="3788682" y="1201882"/>
                  <a:pt x="3783289" y="1291422"/>
                  <a:pt x="3777873" y="1380984"/>
                </a:cubicBezTo>
                <a:cubicBezTo>
                  <a:pt x="3772919" y="1463047"/>
                  <a:pt x="3775440" y="1551052"/>
                  <a:pt x="3749985" y="1630069"/>
                </a:cubicBezTo>
                <a:cubicBezTo>
                  <a:pt x="3682304" y="1828398"/>
                  <a:pt x="3446681" y="1860474"/>
                  <a:pt x="3265453" y="1869353"/>
                </a:cubicBezTo>
                <a:cubicBezTo>
                  <a:pt x="3261550" y="1869572"/>
                  <a:pt x="3258525" y="1872861"/>
                  <a:pt x="3258634" y="1876786"/>
                </a:cubicBezTo>
                <a:cubicBezTo>
                  <a:pt x="3253372" y="1875865"/>
                  <a:pt x="3247256" y="1880315"/>
                  <a:pt x="3249865" y="1886191"/>
                </a:cubicBezTo>
                <a:cubicBezTo>
                  <a:pt x="3272885" y="1936245"/>
                  <a:pt x="3299743" y="1984457"/>
                  <a:pt x="3330196" y="2030367"/>
                </a:cubicBezTo>
                <a:cubicBezTo>
                  <a:pt x="3349928" y="2060119"/>
                  <a:pt x="3371305" y="2094321"/>
                  <a:pt x="3399850" y="2118065"/>
                </a:cubicBezTo>
                <a:cubicBezTo>
                  <a:pt x="3244186" y="2098991"/>
                  <a:pt x="3086110" y="2032976"/>
                  <a:pt x="3003959" y="1892242"/>
                </a:cubicBezTo>
                <a:cubicBezTo>
                  <a:pt x="2999859" y="1885183"/>
                  <a:pt x="2990103" y="1890752"/>
                  <a:pt x="2990453" y="1897526"/>
                </a:cubicBezTo>
                <a:cubicBezTo>
                  <a:pt x="2129739" y="1952338"/>
                  <a:pt x="1256221" y="2013003"/>
                  <a:pt x="401887" y="1860956"/>
                </a:cubicBezTo>
                <a:cubicBezTo>
                  <a:pt x="297351" y="1841224"/>
                  <a:pt x="184352" y="1811078"/>
                  <a:pt x="108098" y="1731974"/>
                </a:cubicBezTo>
                <a:cubicBezTo>
                  <a:pt x="16212" y="1636602"/>
                  <a:pt x="18953" y="1494092"/>
                  <a:pt x="16147" y="1370482"/>
                </a:cubicBezTo>
                <a:cubicBezTo>
                  <a:pt x="9487" y="1077504"/>
                  <a:pt x="25437" y="784439"/>
                  <a:pt x="63854" y="493916"/>
                </a:cubicBezTo>
                <a:cubicBezTo>
                  <a:pt x="68605" y="458026"/>
                  <a:pt x="73720" y="422223"/>
                  <a:pt x="79202" y="386486"/>
                </a:cubicBezTo>
                <a:cubicBezTo>
                  <a:pt x="80649" y="376795"/>
                  <a:pt x="66200" y="374800"/>
                  <a:pt x="64775" y="384140"/>
                </a:cubicBezTo>
                <a:cubicBezTo>
                  <a:pt x="20408" y="677030"/>
                  <a:pt x="-1230" y="972902"/>
                  <a:pt x="54" y="1269125"/>
                </a:cubicBezTo>
                <a:cubicBezTo>
                  <a:pt x="3869" y="1541932"/>
                  <a:pt x="-19854" y="1759752"/>
                  <a:pt x="293580" y="1850871"/>
                </a:cubicBezTo>
                <a:cubicBezTo>
                  <a:pt x="349290" y="1867336"/>
                  <a:pt x="406579" y="1877421"/>
                  <a:pt x="463868" y="1886739"/>
                </a:cubicBezTo>
                <a:cubicBezTo>
                  <a:pt x="1302153" y="2022671"/>
                  <a:pt x="2155128" y="1967049"/>
                  <a:pt x="2998127" y="1911755"/>
                </a:cubicBezTo>
                <a:cubicBezTo>
                  <a:pt x="3084838" y="2049463"/>
                  <a:pt x="3246971" y="2117276"/>
                  <a:pt x="3404016" y="2133610"/>
                </a:cubicBezTo>
                <a:cubicBezTo>
                  <a:pt x="3407984" y="2133961"/>
                  <a:pt x="3411624" y="2131330"/>
                  <a:pt x="3412501" y="2127427"/>
                </a:cubicBezTo>
                <a:cubicBezTo>
                  <a:pt x="3418552" y="2131461"/>
                  <a:pt x="3424954" y="2134969"/>
                  <a:pt x="3431619" y="2137885"/>
                </a:cubicBezTo>
                <a:cubicBezTo>
                  <a:pt x="3440060" y="2141546"/>
                  <a:pt x="3446966" y="2128063"/>
                  <a:pt x="3438372" y="2124292"/>
                </a:cubicBezTo>
                <a:cubicBezTo>
                  <a:pt x="3394128" y="2105152"/>
                  <a:pt x="3366021" y="2057137"/>
                  <a:pt x="3340479" y="2018506"/>
                </a:cubicBezTo>
                <a:cubicBezTo>
                  <a:pt x="3312196" y="1975643"/>
                  <a:pt x="3287092" y="1930742"/>
                  <a:pt x="3265409" y="1884174"/>
                </a:cubicBezTo>
                <a:cubicBezTo>
                  <a:pt x="3490267" y="1876413"/>
                  <a:pt x="3757769" y="1818401"/>
                  <a:pt x="3780987" y="1549825"/>
                </a:cubicBezTo>
                <a:cubicBezTo>
                  <a:pt x="3790809" y="1463069"/>
                  <a:pt x="3792848" y="1374976"/>
                  <a:pt x="3798132" y="1287826"/>
                </a:cubicBezTo>
                <a:cubicBezTo>
                  <a:pt x="3806945" y="1109339"/>
                  <a:pt x="3826261" y="930851"/>
                  <a:pt x="3819859" y="752034"/>
                </a:cubicBezTo>
                <a:close/>
              </a:path>
            </a:pathLst>
          </a:custGeom>
          <a:solidFill>
            <a:schemeClr val="dk1"/>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1" name="Google Shape;41;g1037e35e0a9_0_224"/>
          <p:cNvGrpSpPr/>
          <p:nvPr/>
        </p:nvGrpSpPr>
        <p:grpSpPr>
          <a:xfrm>
            <a:off x="550224" y="368620"/>
            <a:ext cx="878228" cy="627539"/>
            <a:chOff x="550224" y="368620"/>
            <a:chExt cx="878228" cy="627539"/>
          </a:xfrm>
        </p:grpSpPr>
        <p:sp>
          <p:nvSpPr>
            <p:cNvPr id="42" name="Google Shape;42;g1037e35e0a9_0_224"/>
            <p:cNvSpPr/>
            <p:nvPr/>
          </p:nvSpPr>
          <p:spPr>
            <a:xfrm>
              <a:off x="550224" y="368620"/>
              <a:ext cx="430805" cy="627539"/>
            </a:xfrm>
            <a:custGeom>
              <a:rect b="b" l="l" r="r" t="t"/>
              <a:pathLst>
                <a:path extrusionOk="0" h="297412" w="204173">
                  <a:moveTo>
                    <a:pt x="139600" y="3918"/>
                  </a:moveTo>
                  <a:cubicBezTo>
                    <a:pt x="98338" y="-8491"/>
                    <a:pt x="54708" y="9706"/>
                    <a:pt x="28442" y="42571"/>
                  </a:cubicBezTo>
                  <a:cubicBezTo>
                    <a:pt x="-1200" y="79689"/>
                    <a:pt x="-6483" y="131738"/>
                    <a:pt x="7088" y="176311"/>
                  </a:cubicBezTo>
                  <a:cubicBezTo>
                    <a:pt x="15375" y="203497"/>
                    <a:pt x="33244" y="222045"/>
                    <a:pt x="55322" y="238993"/>
                  </a:cubicBezTo>
                  <a:cubicBezTo>
                    <a:pt x="80842" y="258550"/>
                    <a:pt x="107305" y="276835"/>
                    <a:pt x="134360" y="294199"/>
                  </a:cubicBezTo>
                  <a:cubicBezTo>
                    <a:pt x="135671" y="295098"/>
                    <a:pt x="137291" y="295449"/>
                    <a:pt x="138855" y="295142"/>
                  </a:cubicBezTo>
                  <a:cubicBezTo>
                    <a:pt x="140391" y="296326"/>
                    <a:pt x="142213" y="297093"/>
                    <a:pt x="144138" y="297334"/>
                  </a:cubicBezTo>
                  <a:cubicBezTo>
                    <a:pt x="153237" y="298606"/>
                    <a:pt x="156855" y="283982"/>
                    <a:pt x="147295" y="282667"/>
                  </a:cubicBezTo>
                  <a:cubicBezTo>
                    <a:pt x="145827" y="282448"/>
                    <a:pt x="140981" y="260479"/>
                    <a:pt x="140148" y="257081"/>
                  </a:cubicBezTo>
                  <a:cubicBezTo>
                    <a:pt x="133825" y="231100"/>
                    <a:pt x="132067" y="204221"/>
                    <a:pt x="134952" y="177648"/>
                  </a:cubicBezTo>
                  <a:cubicBezTo>
                    <a:pt x="176609" y="182954"/>
                    <a:pt x="202633" y="143665"/>
                    <a:pt x="203883" y="105670"/>
                  </a:cubicBezTo>
                  <a:cubicBezTo>
                    <a:pt x="206974" y="59694"/>
                    <a:pt x="185444" y="17687"/>
                    <a:pt x="139600" y="3918"/>
                  </a:cubicBezTo>
                  <a:close/>
                  <a:moveTo>
                    <a:pt x="183054" y="133777"/>
                  </a:moveTo>
                  <a:cubicBezTo>
                    <a:pt x="174767" y="153268"/>
                    <a:pt x="153741" y="169383"/>
                    <a:pt x="131882" y="161709"/>
                  </a:cubicBezTo>
                  <a:cubicBezTo>
                    <a:pt x="129346" y="160810"/>
                    <a:pt x="126524" y="161336"/>
                    <a:pt x="124472" y="163068"/>
                  </a:cubicBezTo>
                  <a:cubicBezTo>
                    <a:pt x="123380" y="163770"/>
                    <a:pt x="122532" y="164800"/>
                    <a:pt x="122038" y="166006"/>
                  </a:cubicBezTo>
                  <a:cubicBezTo>
                    <a:pt x="121199" y="167475"/>
                    <a:pt x="120874" y="169185"/>
                    <a:pt x="121118" y="170852"/>
                  </a:cubicBezTo>
                  <a:cubicBezTo>
                    <a:pt x="116602" y="204944"/>
                    <a:pt x="119253" y="239629"/>
                    <a:pt x="128901" y="272647"/>
                  </a:cubicBezTo>
                  <a:cubicBezTo>
                    <a:pt x="113583" y="262540"/>
                    <a:pt x="98506" y="252082"/>
                    <a:pt x="83670" y="241229"/>
                  </a:cubicBezTo>
                  <a:cubicBezTo>
                    <a:pt x="67008" y="229039"/>
                    <a:pt x="48460" y="216783"/>
                    <a:pt x="35699" y="200274"/>
                  </a:cubicBezTo>
                  <a:cubicBezTo>
                    <a:pt x="-9706" y="138886"/>
                    <a:pt x="18840" y="27553"/>
                    <a:pt x="100223" y="15450"/>
                  </a:cubicBezTo>
                  <a:cubicBezTo>
                    <a:pt x="169505" y="7667"/>
                    <a:pt x="206601" y="72783"/>
                    <a:pt x="183054" y="13377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 name="Google Shape;43;g1037e35e0a9_0_224"/>
            <p:cNvSpPr/>
            <p:nvPr/>
          </p:nvSpPr>
          <p:spPr>
            <a:xfrm>
              <a:off x="1007307" y="372376"/>
              <a:ext cx="421145" cy="613504"/>
            </a:xfrm>
            <a:custGeom>
              <a:rect b="b" l="l" r="r" t="t"/>
              <a:pathLst>
                <a:path extrusionOk="0" h="290760" w="199595">
                  <a:moveTo>
                    <a:pt x="136439" y="3825"/>
                  </a:moveTo>
                  <a:cubicBezTo>
                    <a:pt x="96098" y="-8299"/>
                    <a:pt x="53476" y="9504"/>
                    <a:pt x="27803" y="41623"/>
                  </a:cubicBezTo>
                  <a:cubicBezTo>
                    <a:pt x="-1182" y="77908"/>
                    <a:pt x="-6334" y="128751"/>
                    <a:pt x="6930" y="172359"/>
                  </a:cubicBezTo>
                  <a:cubicBezTo>
                    <a:pt x="15021" y="198932"/>
                    <a:pt x="32494" y="217063"/>
                    <a:pt x="54090" y="233616"/>
                  </a:cubicBezTo>
                  <a:cubicBezTo>
                    <a:pt x="79040" y="252735"/>
                    <a:pt x="104911" y="270603"/>
                    <a:pt x="131352" y="287573"/>
                  </a:cubicBezTo>
                  <a:cubicBezTo>
                    <a:pt x="132626" y="288472"/>
                    <a:pt x="134211" y="288801"/>
                    <a:pt x="135737" y="288494"/>
                  </a:cubicBezTo>
                  <a:cubicBezTo>
                    <a:pt x="137241" y="289678"/>
                    <a:pt x="139037" y="290423"/>
                    <a:pt x="140933" y="290686"/>
                  </a:cubicBezTo>
                  <a:cubicBezTo>
                    <a:pt x="149813" y="291914"/>
                    <a:pt x="153343" y="277641"/>
                    <a:pt x="144003" y="276347"/>
                  </a:cubicBezTo>
                  <a:cubicBezTo>
                    <a:pt x="142556" y="276150"/>
                    <a:pt x="137842" y="254664"/>
                    <a:pt x="137009" y="251332"/>
                  </a:cubicBezTo>
                  <a:cubicBezTo>
                    <a:pt x="130839" y="225943"/>
                    <a:pt x="129125" y="199677"/>
                    <a:pt x="131944" y="173697"/>
                  </a:cubicBezTo>
                  <a:cubicBezTo>
                    <a:pt x="172768" y="178893"/>
                    <a:pt x="198091" y="140481"/>
                    <a:pt x="199318" y="103341"/>
                  </a:cubicBezTo>
                  <a:cubicBezTo>
                    <a:pt x="202300" y="58352"/>
                    <a:pt x="181253" y="17287"/>
                    <a:pt x="136439" y="3825"/>
                  </a:cubicBezTo>
                  <a:close/>
                  <a:moveTo>
                    <a:pt x="178907" y="130768"/>
                  </a:moveTo>
                  <a:cubicBezTo>
                    <a:pt x="170794" y="149799"/>
                    <a:pt x="150251" y="165541"/>
                    <a:pt x="128897" y="158042"/>
                  </a:cubicBezTo>
                  <a:cubicBezTo>
                    <a:pt x="126417" y="157187"/>
                    <a:pt x="123670" y="157692"/>
                    <a:pt x="121662" y="159380"/>
                  </a:cubicBezTo>
                  <a:cubicBezTo>
                    <a:pt x="120592" y="160082"/>
                    <a:pt x="119756" y="161068"/>
                    <a:pt x="119272" y="162252"/>
                  </a:cubicBezTo>
                  <a:cubicBezTo>
                    <a:pt x="118458" y="163699"/>
                    <a:pt x="118143" y="165343"/>
                    <a:pt x="118373" y="166988"/>
                  </a:cubicBezTo>
                  <a:cubicBezTo>
                    <a:pt x="113973" y="200335"/>
                    <a:pt x="116571" y="234230"/>
                    <a:pt x="126003" y="266503"/>
                  </a:cubicBezTo>
                  <a:cubicBezTo>
                    <a:pt x="111006" y="256615"/>
                    <a:pt x="96266" y="246399"/>
                    <a:pt x="81781" y="235809"/>
                  </a:cubicBezTo>
                  <a:cubicBezTo>
                    <a:pt x="65491" y="223882"/>
                    <a:pt x="47359" y="211911"/>
                    <a:pt x="34884" y="195775"/>
                  </a:cubicBezTo>
                  <a:cubicBezTo>
                    <a:pt x="-9491" y="135855"/>
                    <a:pt x="18419" y="26955"/>
                    <a:pt x="97961" y="15116"/>
                  </a:cubicBezTo>
                  <a:cubicBezTo>
                    <a:pt x="165664" y="7508"/>
                    <a:pt x="202015" y="71133"/>
                    <a:pt x="178907" y="13076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 name="Google Shape;44;g1037e35e0a9_0_224"/>
            <p:cNvSpPr/>
            <p:nvPr/>
          </p:nvSpPr>
          <p:spPr>
            <a:xfrm>
              <a:off x="1305031" y="475050"/>
              <a:ext cx="59409" cy="175613"/>
            </a:xfrm>
            <a:custGeom>
              <a:rect b="b" l="l" r="r" t="t"/>
              <a:pathLst>
                <a:path extrusionOk="0" h="83229" w="28156">
                  <a:moveTo>
                    <a:pt x="12001" y="2074"/>
                  </a:moveTo>
                  <a:cubicBezTo>
                    <a:pt x="5687" y="-4723"/>
                    <a:pt x="-4289" y="6788"/>
                    <a:pt x="2004" y="13584"/>
                  </a:cubicBezTo>
                  <a:cubicBezTo>
                    <a:pt x="17298" y="29699"/>
                    <a:pt x="17395" y="54956"/>
                    <a:pt x="2223" y="71180"/>
                  </a:cubicBezTo>
                  <a:cubicBezTo>
                    <a:pt x="-4354" y="78459"/>
                    <a:pt x="6608" y="87887"/>
                    <a:pt x="13054" y="80608"/>
                  </a:cubicBezTo>
                  <a:cubicBezTo>
                    <a:pt x="33750" y="57455"/>
                    <a:pt x="32961" y="24678"/>
                    <a:pt x="12001" y="207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 name="Google Shape;45;g1037e35e0a9_0_224"/>
            <p:cNvSpPr/>
            <p:nvPr/>
          </p:nvSpPr>
          <p:spPr>
            <a:xfrm>
              <a:off x="1260832" y="642594"/>
              <a:ext cx="30076" cy="31226"/>
            </a:xfrm>
            <a:custGeom>
              <a:rect b="b" l="l" r="r" t="t"/>
              <a:pathLst>
                <a:path extrusionOk="0" h="14799" w="14254">
                  <a:moveTo>
                    <a:pt x="6816" y="0"/>
                  </a:moveTo>
                  <a:cubicBezTo>
                    <a:pt x="-2458" y="0"/>
                    <a:pt x="-2283" y="14799"/>
                    <a:pt x="7430" y="14799"/>
                  </a:cubicBezTo>
                  <a:cubicBezTo>
                    <a:pt x="16726" y="14799"/>
                    <a:pt x="16529" y="0"/>
                    <a:pt x="681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 name="Google Shape;46;g1037e35e0a9_0_224"/>
            <p:cNvSpPr/>
            <p:nvPr/>
          </p:nvSpPr>
          <p:spPr>
            <a:xfrm>
              <a:off x="611671" y="601479"/>
              <a:ext cx="103968" cy="202921"/>
            </a:xfrm>
            <a:custGeom>
              <a:rect b="b" l="l" r="r" t="t"/>
              <a:pathLst>
                <a:path extrusionOk="0" h="96171" w="49274">
                  <a:moveTo>
                    <a:pt x="46778" y="83022"/>
                  </a:moveTo>
                  <a:cubicBezTo>
                    <a:pt x="27791" y="67456"/>
                    <a:pt x="9199" y="33057"/>
                    <a:pt x="16281" y="8194"/>
                  </a:cubicBezTo>
                  <a:cubicBezTo>
                    <a:pt x="18978" y="-1277"/>
                    <a:pt x="4442" y="-3163"/>
                    <a:pt x="1877" y="5848"/>
                  </a:cubicBezTo>
                  <a:cubicBezTo>
                    <a:pt x="-2947" y="22796"/>
                    <a:pt x="2271" y="39436"/>
                    <a:pt x="9112" y="55091"/>
                  </a:cubicBezTo>
                  <a:cubicBezTo>
                    <a:pt x="15689" y="70153"/>
                    <a:pt x="23933" y="83965"/>
                    <a:pt x="36802" y="94555"/>
                  </a:cubicBezTo>
                  <a:cubicBezTo>
                    <a:pt x="43994" y="100409"/>
                    <a:pt x="53991" y="88920"/>
                    <a:pt x="46778" y="8302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7" name="Google Shape;47;g1037e35e0a9_0_224"/>
          <p:cNvSpPr txBox="1"/>
          <p:nvPr>
            <p:ph idx="1" type="body"/>
          </p:nvPr>
        </p:nvSpPr>
        <p:spPr>
          <a:xfrm>
            <a:off x="1714300" y="1186825"/>
            <a:ext cx="5715300" cy="2769900"/>
          </a:xfrm>
          <a:prstGeom prst="rect">
            <a:avLst/>
          </a:prstGeom>
          <a:noFill/>
          <a:ln>
            <a:noFill/>
          </a:ln>
        </p:spPr>
        <p:txBody>
          <a:bodyPr anchorCtr="0" anchor="ctr" bIns="0" lIns="0" spcFirstLastPara="1" rIns="0" wrap="square" tIns="0">
            <a:noAutofit/>
          </a:bodyPr>
          <a:lstStyle>
            <a:lvl1pPr indent="-406400" lvl="0" marL="457200" algn="ctr">
              <a:lnSpc>
                <a:spcPct val="100000"/>
              </a:lnSpc>
              <a:spcBef>
                <a:spcPts val="0"/>
              </a:spcBef>
              <a:spcAft>
                <a:spcPts val="0"/>
              </a:spcAft>
              <a:buSzPts val="2800"/>
              <a:buFont typeface="Arial"/>
              <a:buChar char="✗"/>
              <a:defRPr sz="2800">
                <a:latin typeface="Arial"/>
                <a:ea typeface="Arial"/>
                <a:cs typeface="Arial"/>
                <a:sym typeface="Arial"/>
              </a:defRPr>
            </a:lvl1pPr>
            <a:lvl2pPr indent="-406400" lvl="1" marL="914400" algn="ctr">
              <a:lnSpc>
                <a:spcPct val="100000"/>
              </a:lnSpc>
              <a:spcBef>
                <a:spcPts val="1000"/>
              </a:spcBef>
              <a:spcAft>
                <a:spcPts val="0"/>
              </a:spcAft>
              <a:buSzPts val="2800"/>
              <a:buFont typeface="Arial"/>
              <a:buChar char="✗"/>
              <a:defRPr sz="2800">
                <a:latin typeface="Arial"/>
                <a:ea typeface="Arial"/>
                <a:cs typeface="Arial"/>
                <a:sym typeface="Arial"/>
              </a:defRPr>
            </a:lvl2pPr>
            <a:lvl3pPr indent="-406400" lvl="2" marL="1371600" algn="ctr">
              <a:lnSpc>
                <a:spcPct val="100000"/>
              </a:lnSpc>
              <a:spcBef>
                <a:spcPts val="1000"/>
              </a:spcBef>
              <a:spcAft>
                <a:spcPts val="0"/>
              </a:spcAft>
              <a:buSzPts val="2800"/>
              <a:buFont typeface="Arial"/>
              <a:buChar char="■"/>
              <a:defRPr sz="2800">
                <a:latin typeface="Arial"/>
                <a:ea typeface="Arial"/>
                <a:cs typeface="Arial"/>
                <a:sym typeface="Arial"/>
              </a:defRPr>
            </a:lvl3pPr>
            <a:lvl4pPr indent="-406400" lvl="3" marL="1828800" algn="ctr">
              <a:lnSpc>
                <a:spcPct val="100000"/>
              </a:lnSpc>
              <a:spcBef>
                <a:spcPts val="1000"/>
              </a:spcBef>
              <a:spcAft>
                <a:spcPts val="0"/>
              </a:spcAft>
              <a:buSzPts val="2800"/>
              <a:buFont typeface="Arial"/>
              <a:buChar char="●"/>
              <a:defRPr sz="2800">
                <a:latin typeface="Arial"/>
                <a:ea typeface="Arial"/>
                <a:cs typeface="Arial"/>
                <a:sym typeface="Arial"/>
              </a:defRPr>
            </a:lvl4pPr>
            <a:lvl5pPr indent="-406400" lvl="4" marL="2286000" algn="ctr">
              <a:lnSpc>
                <a:spcPct val="100000"/>
              </a:lnSpc>
              <a:spcBef>
                <a:spcPts val="1000"/>
              </a:spcBef>
              <a:spcAft>
                <a:spcPts val="0"/>
              </a:spcAft>
              <a:buSzPts val="2800"/>
              <a:buFont typeface="Arial"/>
              <a:buChar char="○"/>
              <a:defRPr sz="2800">
                <a:latin typeface="Arial"/>
                <a:ea typeface="Arial"/>
                <a:cs typeface="Arial"/>
                <a:sym typeface="Arial"/>
              </a:defRPr>
            </a:lvl5pPr>
            <a:lvl6pPr indent="-406400" lvl="5" marL="2743200" algn="ctr">
              <a:lnSpc>
                <a:spcPct val="100000"/>
              </a:lnSpc>
              <a:spcBef>
                <a:spcPts val="1000"/>
              </a:spcBef>
              <a:spcAft>
                <a:spcPts val="0"/>
              </a:spcAft>
              <a:buSzPts val="2800"/>
              <a:buFont typeface="Arial"/>
              <a:buChar char="■"/>
              <a:defRPr sz="2800">
                <a:latin typeface="Arial"/>
                <a:ea typeface="Arial"/>
                <a:cs typeface="Arial"/>
                <a:sym typeface="Arial"/>
              </a:defRPr>
            </a:lvl6pPr>
            <a:lvl7pPr indent="-406400" lvl="6" marL="3200400" algn="ctr">
              <a:lnSpc>
                <a:spcPct val="100000"/>
              </a:lnSpc>
              <a:spcBef>
                <a:spcPts val="1000"/>
              </a:spcBef>
              <a:spcAft>
                <a:spcPts val="0"/>
              </a:spcAft>
              <a:buSzPts val="2800"/>
              <a:buFont typeface="Arial"/>
              <a:buChar char="●"/>
              <a:defRPr sz="2800">
                <a:latin typeface="Arial"/>
                <a:ea typeface="Arial"/>
                <a:cs typeface="Arial"/>
                <a:sym typeface="Arial"/>
              </a:defRPr>
            </a:lvl7pPr>
            <a:lvl8pPr indent="-406400" lvl="7" marL="3657600" algn="ctr">
              <a:lnSpc>
                <a:spcPct val="100000"/>
              </a:lnSpc>
              <a:spcBef>
                <a:spcPts val="1000"/>
              </a:spcBef>
              <a:spcAft>
                <a:spcPts val="0"/>
              </a:spcAft>
              <a:buSzPts val="2800"/>
              <a:buFont typeface="Arial"/>
              <a:buChar char="○"/>
              <a:defRPr sz="2800">
                <a:latin typeface="Arial"/>
                <a:ea typeface="Arial"/>
                <a:cs typeface="Arial"/>
                <a:sym typeface="Arial"/>
              </a:defRPr>
            </a:lvl8pPr>
            <a:lvl9pPr indent="-406400" lvl="8" marL="4114800" algn="ctr">
              <a:lnSpc>
                <a:spcPct val="100000"/>
              </a:lnSpc>
              <a:spcBef>
                <a:spcPts val="1000"/>
              </a:spcBef>
              <a:spcAft>
                <a:spcPts val="1000"/>
              </a:spcAft>
              <a:buSzPts val="2800"/>
              <a:buFont typeface="Arial"/>
              <a:buChar char="■"/>
              <a:defRPr sz="2800">
                <a:latin typeface="Arial"/>
                <a:ea typeface="Arial"/>
                <a:cs typeface="Arial"/>
                <a:sym typeface="Arial"/>
              </a:defRPr>
            </a:lvl9pPr>
          </a:lstStyle>
          <a:p/>
        </p:txBody>
      </p:sp>
      <p:sp>
        <p:nvSpPr>
          <p:cNvPr id="48" name="Google Shape;48;g1037e35e0a9_0_224"/>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g1037e35e0a9_0_224"/>
          <p:cNvSpPr/>
          <p:nvPr/>
        </p:nvSpPr>
        <p:spPr>
          <a:xfrm rot="-10653455">
            <a:off x="308904" y="3412015"/>
            <a:ext cx="814998" cy="1023408"/>
          </a:xfrm>
          <a:custGeom>
            <a:rect b="b" l="l" r="r" t="t"/>
            <a:pathLst>
              <a:path extrusionOk="0" h="484587" w="385904">
                <a:moveTo>
                  <a:pt x="316148" y="219239"/>
                </a:moveTo>
                <a:cubicBezTo>
                  <a:pt x="261491" y="116194"/>
                  <a:pt x="157744" y="32311"/>
                  <a:pt x="38101" y="26786"/>
                </a:cubicBezTo>
                <a:cubicBezTo>
                  <a:pt x="47463" y="22510"/>
                  <a:pt x="56935" y="18432"/>
                  <a:pt x="66471" y="14530"/>
                </a:cubicBezTo>
                <a:cubicBezTo>
                  <a:pt x="75241" y="10978"/>
                  <a:pt x="71273" y="-3010"/>
                  <a:pt x="62086" y="586"/>
                </a:cubicBezTo>
                <a:cubicBezTo>
                  <a:pt x="42552" y="8566"/>
                  <a:pt x="23390" y="17336"/>
                  <a:pt x="4578" y="26895"/>
                </a:cubicBezTo>
                <a:cubicBezTo>
                  <a:pt x="-2854" y="30645"/>
                  <a:pt x="-508" y="42440"/>
                  <a:pt x="6398" y="41585"/>
                </a:cubicBezTo>
                <a:cubicBezTo>
                  <a:pt x="7473" y="41870"/>
                  <a:pt x="8591" y="41957"/>
                  <a:pt x="9709" y="41826"/>
                </a:cubicBezTo>
                <a:cubicBezTo>
                  <a:pt x="22162" y="48710"/>
                  <a:pt x="33190" y="57875"/>
                  <a:pt x="42267" y="68837"/>
                </a:cubicBezTo>
                <a:cubicBezTo>
                  <a:pt x="48231" y="76094"/>
                  <a:pt x="60618" y="67368"/>
                  <a:pt x="54786" y="60265"/>
                </a:cubicBezTo>
                <a:cubicBezTo>
                  <a:pt x="49217" y="53468"/>
                  <a:pt x="42990" y="47241"/>
                  <a:pt x="36216" y="41650"/>
                </a:cubicBezTo>
                <a:cubicBezTo>
                  <a:pt x="257544" y="58730"/>
                  <a:pt x="357411" y="281133"/>
                  <a:pt x="371135" y="478147"/>
                </a:cubicBezTo>
                <a:cubicBezTo>
                  <a:pt x="372034" y="487859"/>
                  <a:pt x="386723" y="485952"/>
                  <a:pt x="385869" y="476678"/>
                </a:cubicBezTo>
                <a:cubicBezTo>
                  <a:pt x="377756" y="387730"/>
                  <a:pt x="358704" y="298409"/>
                  <a:pt x="316148" y="21923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 name="Google Shape;50;g1037e35e0a9_0_224"/>
          <p:cNvSpPr/>
          <p:nvPr/>
        </p:nvSpPr>
        <p:spPr>
          <a:xfrm rot="5624237">
            <a:off x="8289671" y="2866841"/>
            <a:ext cx="540119" cy="264234"/>
          </a:xfrm>
          <a:custGeom>
            <a:rect b="b" l="l" r="r" t="t"/>
            <a:pathLst>
              <a:path extrusionOk="0" h="125260" w="256043">
                <a:moveTo>
                  <a:pt x="122835" y="3891"/>
                </a:moveTo>
                <a:cubicBezTo>
                  <a:pt x="106677" y="35258"/>
                  <a:pt x="90541" y="66632"/>
                  <a:pt x="74404" y="98013"/>
                </a:cubicBezTo>
                <a:cubicBezTo>
                  <a:pt x="67103" y="82972"/>
                  <a:pt x="59737" y="67939"/>
                  <a:pt x="52348" y="52914"/>
                </a:cubicBezTo>
                <a:cubicBezTo>
                  <a:pt x="49783" y="47630"/>
                  <a:pt x="41583" y="45218"/>
                  <a:pt x="38602" y="51708"/>
                </a:cubicBezTo>
                <a:cubicBezTo>
                  <a:pt x="30007" y="70416"/>
                  <a:pt x="17598" y="87110"/>
                  <a:pt x="2141" y="100709"/>
                </a:cubicBezTo>
                <a:cubicBezTo>
                  <a:pt x="-4787" y="106848"/>
                  <a:pt x="6723" y="116802"/>
                  <a:pt x="13629" y="110685"/>
                </a:cubicBezTo>
                <a:cubicBezTo>
                  <a:pt x="26258" y="99453"/>
                  <a:pt x="36979" y="86235"/>
                  <a:pt x="45354" y="71550"/>
                </a:cubicBezTo>
                <a:lnTo>
                  <a:pt x="67432" y="116670"/>
                </a:lnTo>
                <a:cubicBezTo>
                  <a:pt x="70107" y="122174"/>
                  <a:pt x="77978" y="124147"/>
                  <a:pt x="81179" y="117876"/>
                </a:cubicBezTo>
                <a:lnTo>
                  <a:pt x="128580" y="25793"/>
                </a:lnTo>
                <a:cubicBezTo>
                  <a:pt x="139147" y="55900"/>
                  <a:pt x="147259" y="86822"/>
                  <a:pt x="152784" y="118249"/>
                </a:cubicBezTo>
                <a:cubicBezTo>
                  <a:pt x="153969" y="125024"/>
                  <a:pt x="163462" y="128422"/>
                  <a:pt x="166970" y="121318"/>
                </a:cubicBezTo>
                <a:cubicBezTo>
                  <a:pt x="177515" y="99979"/>
                  <a:pt x="188039" y="78638"/>
                  <a:pt x="198585" y="57299"/>
                </a:cubicBezTo>
                <a:cubicBezTo>
                  <a:pt x="214107" y="75321"/>
                  <a:pt x="228819" y="94022"/>
                  <a:pt x="242434" y="113469"/>
                </a:cubicBezTo>
                <a:cubicBezTo>
                  <a:pt x="247959" y="121297"/>
                  <a:pt x="260259" y="113711"/>
                  <a:pt x="254580" y="105686"/>
                </a:cubicBezTo>
                <a:cubicBezTo>
                  <a:pt x="238509" y="82896"/>
                  <a:pt x="221145" y="61039"/>
                  <a:pt x="202575" y="40220"/>
                </a:cubicBezTo>
                <a:cubicBezTo>
                  <a:pt x="199023" y="36229"/>
                  <a:pt x="192512" y="35089"/>
                  <a:pt x="189705" y="40746"/>
                </a:cubicBezTo>
                <a:lnTo>
                  <a:pt x="163001" y="94899"/>
                </a:lnTo>
                <a:cubicBezTo>
                  <a:pt x="156468" y="64295"/>
                  <a:pt x="147566" y="34241"/>
                  <a:pt x="136407" y="5009"/>
                </a:cubicBezTo>
                <a:cubicBezTo>
                  <a:pt x="134324" y="-823"/>
                  <a:pt x="125861" y="-2029"/>
                  <a:pt x="122835" y="3891"/>
                </a:cubicBezTo>
                <a:close/>
              </a:path>
            </a:pathLst>
          </a:custGeom>
          <a:solidFill>
            <a:schemeClr val="dk1"/>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 name="Google Shape;51;g1037e35e0a9_0_224"/>
          <p:cNvSpPr/>
          <p:nvPr/>
        </p:nvSpPr>
        <p:spPr>
          <a:xfrm rot="5400000">
            <a:off x="6259143" y="-119213"/>
            <a:ext cx="113330" cy="954049"/>
          </a:xfrm>
          <a:custGeom>
            <a:rect b="b" l="l" r="r" t="t"/>
            <a:pathLst>
              <a:path extrusionOk="0" h="452156" w="53711">
                <a:moveTo>
                  <a:pt x="39194" y="6047"/>
                </a:moveTo>
                <a:cubicBezTo>
                  <a:pt x="16217" y="151582"/>
                  <a:pt x="8039" y="298805"/>
                  <a:pt x="15" y="445744"/>
                </a:cubicBezTo>
                <a:cubicBezTo>
                  <a:pt x="-533" y="455478"/>
                  <a:pt x="14244" y="453439"/>
                  <a:pt x="14748" y="444275"/>
                </a:cubicBezTo>
                <a:cubicBezTo>
                  <a:pt x="22707" y="298586"/>
                  <a:pt x="30819" y="152678"/>
                  <a:pt x="53598" y="8393"/>
                </a:cubicBezTo>
                <a:cubicBezTo>
                  <a:pt x="55133" y="-1298"/>
                  <a:pt x="40597" y="-3271"/>
                  <a:pt x="39194" y="604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 name="Google Shape;52;g1037e35e0a9_0_224"/>
          <p:cNvSpPr/>
          <p:nvPr/>
        </p:nvSpPr>
        <p:spPr>
          <a:xfrm rot="5400000">
            <a:off x="6459663" y="73310"/>
            <a:ext cx="80437" cy="399039"/>
          </a:xfrm>
          <a:custGeom>
            <a:rect b="b" l="l" r="r" t="t"/>
            <a:pathLst>
              <a:path extrusionOk="0" h="189118" w="38122">
                <a:moveTo>
                  <a:pt x="23673" y="6072"/>
                </a:moveTo>
                <a:cubicBezTo>
                  <a:pt x="15809" y="64288"/>
                  <a:pt x="7945" y="122498"/>
                  <a:pt x="82" y="180701"/>
                </a:cubicBezTo>
                <a:cubicBezTo>
                  <a:pt x="-1212" y="190414"/>
                  <a:pt x="13237" y="192409"/>
                  <a:pt x="14486" y="183047"/>
                </a:cubicBezTo>
                <a:cubicBezTo>
                  <a:pt x="22364" y="124844"/>
                  <a:pt x="30213" y="66634"/>
                  <a:pt x="38033" y="8418"/>
                </a:cubicBezTo>
                <a:cubicBezTo>
                  <a:pt x="39393" y="-1295"/>
                  <a:pt x="24879" y="-3290"/>
                  <a:pt x="23673" y="607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 name="Google Shape;53;g1037e35e0a9_0_224"/>
          <p:cNvSpPr/>
          <p:nvPr/>
        </p:nvSpPr>
        <p:spPr>
          <a:xfrm flipH="1">
            <a:off x="486100" y="253760"/>
            <a:ext cx="290374" cy="231224"/>
          </a:xfrm>
          <a:custGeom>
            <a:rect b="b" l="l" r="r" t="t"/>
            <a:pathLst>
              <a:path extrusionOk="0" h="109585" w="137618">
                <a:moveTo>
                  <a:pt x="136999" y="99882"/>
                </a:moveTo>
                <a:cubicBezTo>
                  <a:pt x="113869" y="47085"/>
                  <a:pt x="65635" y="9548"/>
                  <a:pt x="8785" y="104"/>
                </a:cubicBezTo>
                <a:cubicBezTo>
                  <a:pt x="-292" y="-1365"/>
                  <a:pt x="-3910" y="13258"/>
                  <a:pt x="5627" y="14771"/>
                </a:cubicBezTo>
                <a:cubicBezTo>
                  <a:pt x="57435" y="23274"/>
                  <a:pt x="101482" y="57237"/>
                  <a:pt x="122902" y="105166"/>
                </a:cubicBezTo>
                <a:cubicBezTo>
                  <a:pt x="126738" y="113936"/>
                  <a:pt x="140705" y="108323"/>
                  <a:pt x="136999" y="9988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 name="Google Shape;54;g1037e35e0a9_0_224"/>
          <p:cNvSpPr/>
          <p:nvPr/>
        </p:nvSpPr>
        <p:spPr>
          <a:xfrm flipH="1">
            <a:off x="509560" y="230637"/>
            <a:ext cx="132428" cy="91243"/>
          </a:xfrm>
          <a:custGeom>
            <a:rect b="b" l="l" r="r" t="t"/>
            <a:pathLst>
              <a:path extrusionOk="0" h="43243" w="62762">
                <a:moveTo>
                  <a:pt x="60351" y="30032"/>
                </a:moveTo>
                <a:cubicBezTo>
                  <a:pt x="45705" y="17367"/>
                  <a:pt x="28955" y="7372"/>
                  <a:pt x="10845" y="500"/>
                </a:cubicBezTo>
                <a:cubicBezTo>
                  <a:pt x="2273" y="-2745"/>
                  <a:pt x="-4765" y="10739"/>
                  <a:pt x="4092" y="14093"/>
                </a:cubicBezTo>
                <a:cubicBezTo>
                  <a:pt x="20996" y="20446"/>
                  <a:pt x="36672" y="29731"/>
                  <a:pt x="50353" y="41521"/>
                </a:cubicBezTo>
                <a:cubicBezTo>
                  <a:pt x="57413" y="47594"/>
                  <a:pt x="67410" y="36127"/>
                  <a:pt x="60351" y="3003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Light" type="blank">
  <p:cSld name="BLANK">
    <p:spTree>
      <p:nvGrpSpPr>
        <p:cNvPr id="55" name="Shape 55"/>
        <p:cNvGrpSpPr/>
        <p:nvPr/>
      </p:nvGrpSpPr>
      <p:grpSpPr>
        <a:xfrm>
          <a:off x="0" y="0"/>
          <a:ext cx="0" cy="0"/>
          <a:chOff x="0" y="0"/>
          <a:chExt cx="0" cy="0"/>
        </a:xfrm>
      </p:grpSpPr>
      <p:sp>
        <p:nvSpPr>
          <p:cNvPr id="56" name="Google Shape;56;g1037e35e0a9_0_280"/>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7" name="Google Shape;57;g1037e35e0a9_0_280"/>
          <p:cNvSpPr/>
          <p:nvPr/>
        </p:nvSpPr>
        <p:spPr>
          <a:xfrm>
            <a:off x="368194" y="422127"/>
            <a:ext cx="8379859" cy="4302579"/>
          </a:xfrm>
          <a:custGeom>
            <a:rect b="b" l="l" r="r" t="t"/>
            <a:pathLst>
              <a:path extrusionOk="0" h="2039137" w="3971497">
                <a:moveTo>
                  <a:pt x="3947725" y="299512"/>
                </a:moveTo>
                <a:cubicBezTo>
                  <a:pt x="3924134" y="113307"/>
                  <a:pt x="3885284" y="33501"/>
                  <a:pt x="3686450" y="8902"/>
                </a:cubicBezTo>
                <a:cubicBezTo>
                  <a:pt x="3601997" y="-3398"/>
                  <a:pt x="3538196" y="330"/>
                  <a:pt x="3453085" y="1250"/>
                </a:cubicBezTo>
                <a:cubicBezTo>
                  <a:pt x="2545650" y="21443"/>
                  <a:pt x="1638390" y="51765"/>
                  <a:pt x="731371" y="878"/>
                </a:cubicBezTo>
                <a:cubicBezTo>
                  <a:pt x="642467" y="-87"/>
                  <a:pt x="553519" y="1250"/>
                  <a:pt x="464769" y="6534"/>
                </a:cubicBezTo>
                <a:cubicBezTo>
                  <a:pt x="385183" y="11292"/>
                  <a:pt x="302374" y="15304"/>
                  <a:pt x="224563" y="33743"/>
                </a:cubicBezTo>
                <a:cubicBezTo>
                  <a:pt x="159908" y="49090"/>
                  <a:pt x="106653" y="83204"/>
                  <a:pt x="86570" y="149329"/>
                </a:cubicBezTo>
                <a:cubicBezTo>
                  <a:pt x="9067" y="671747"/>
                  <a:pt x="-7925" y="1209227"/>
                  <a:pt x="2994" y="1737127"/>
                </a:cubicBezTo>
                <a:cubicBezTo>
                  <a:pt x="7729" y="2035301"/>
                  <a:pt x="225024" y="2012784"/>
                  <a:pt x="454881" y="2012828"/>
                </a:cubicBezTo>
                <a:cubicBezTo>
                  <a:pt x="1452075" y="2021379"/>
                  <a:pt x="2463170" y="2030543"/>
                  <a:pt x="3459136" y="2039138"/>
                </a:cubicBezTo>
                <a:cubicBezTo>
                  <a:pt x="3468432" y="2039138"/>
                  <a:pt x="3468235" y="2024426"/>
                  <a:pt x="3458544" y="2024339"/>
                </a:cubicBezTo>
                <a:cubicBezTo>
                  <a:pt x="2395752" y="2013552"/>
                  <a:pt x="1331030" y="2008487"/>
                  <a:pt x="268237" y="1995157"/>
                </a:cubicBezTo>
                <a:cubicBezTo>
                  <a:pt x="201871" y="1991167"/>
                  <a:pt x="129981" y="1978933"/>
                  <a:pt x="80870" y="1929997"/>
                </a:cubicBezTo>
                <a:cubicBezTo>
                  <a:pt x="27856" y="1877181"/>
                  <a:pt x="19898" y="1797332"/>
                  <a:pt x="17289" y="1726406"/>
                </a:cubicBezTo>
                <a:cubicBezTo>
                  <a:pt x="11150" y="1553355"/>
                  <a:pt x="12904" y="1379647"/>
                  <a:pt x="17289" y="1206596"/>
                </a:cubicBezTo>
                <a:cubicBezTo>
                  <a:pt x="24962" y="897125"/>
                  <a:pt x="46317" y="588368"/>
                  <a:pt x="81352" y="280328"/>
                </a:cubicBezTo>
                <a:cubicBezTo>
                  <a:pt x="89990" y="206026"/>
                  <a:pt x="89333" y="112868"/>
                  <a:pt x="163591" y="71825"/>
                </a:cubicBezTo>
                <a:cubicBezTo>
                  <a:pt x="194285" y="54286"/>
                  <a:pt x="229825" y="46349"/>
                  <a:pt x="264444" y="40978"/>
                </a:cubicBezTo>
                <a:cubicBezTo>
                  <a:pt x="347341" y="28174"/>
                  <a:pt x="431728" y="22408"/>
                  <a:pt x="515502" y="18746"/>
                </a:cubicBezTo>
                <a:cubicBezTo>
                  <a:pt x="692894" y="11029"/>
                  <a:pt x="870483" y="17869"/>
                  <a:pt x="1047743" y="26113"/>
                </a:cubicBezTo>
                <a:cubicBezTo>
                  <a:pt x="1755029" y="63845"/>
                  <a:pt x="2462863" y="37711"/>
                  <a:pt x="3170346" y="20654"/>
                </a:cubicBezTo>
                <a:cubicBezTo>
                  <a:pt x="3346028" y="20478"/>
                  <a:pt x="3500947" y="3289"/>
                  <a:pt x="3675948" y="22605"/>
                </a:cubicBezTo>
                <a:cubicBezTo>
                  <a:pt x="3819576" y="42556"/>
                  <a:pt x="3893001" y="73821"/>
                  <a:pt x="3920034" y="229880"/>
                </a:cubicBezTo>
                <a:cubicBezTo>
                  <a:pt x="4003348" y="663591"/>
                  <a:pt x="3918609" y="1093707"/>
                  <a:pt x="3926392" y="1543489"/>
                </a:cubicBezTo>
                <a:cubicBezTo>
                  <a:pt x="3926568" y="1553092"/>
                  <a:pt x="3940665" y="1547436"/>
                  <a:pt x="3940490" y="1538337"/>
                </a:cubicBezTo>
                <a:cubicBezTo>
                  <a:pt x="3933321" y="1127383"/>
                  <a:pt x="4008215" y="711694"/>
                  <a:pt x="3947725" y="29951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 name="Google Shape;58;g1037e35e0a9_0_280"/>
          <p:cNvSpPr/>
          <p:nvPr/>
        </p:nvSpPr>
        <p:spPr>
          <a:xfrm rot="-5673298">
            <a:off x="2374092" y="4308014"/>
            <a:ext cx="113285" cy="953670"/>
          </a:xfrm>
          <a:custGeom>
            <a:rect b="b" l="l" r="r" t="t"/>
            <a:pathLst>
              <a:path extrusionOk="0" h="452156" w="53711">
                <a:moveTo>
                  <a:pt x="39194" y="6047"/>
                </a:moveTo>
                <a:cubicBezTo>
                  <a:pt x="16217" y="151582"/>
                  <a:pt x="8039" y="298805"/>
                  <a:pt x="15" y="445744"/>
                </a:cubicBezTo>
                <a:cubicBezTo>
                  <a:pt x="-533" y="455478"/>
                  <a:pt x="14244" y="453439"/>
                  <a:pt x="14748" y="444275"/>
                </a:cubicBezTo>
                <a:cubicBezTo>
                  <a:pt x="22707" y="298586"/>
                  <a:pt x="30819" y="152678"/>
                  <a:pt x="53598" y="8393"/>
                </a:cubicBezTo>
                <a:cubicBezTo>
                  <a:pt x="55133" y="-1298"/>
                  <a:pt x="40597" y="-3271"/>
                  <a:pt x="39194" y="604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 name="Google Shape;59;g1037e35e0a9_0_280"/>
          <p:cNvSpPr/>
          <p:nvPr/>
        </p:nvSpPr>
        <p:spPr>
          <a:xfrm rot="-5673298">
            <a:off x="2213926" y="4684679"/>
            <a:ext cx="80405" cy="398880"/>
          </a:xfrm>
          <a:custGeom>
            <a:rect b="b" l="l" r="r" t="t"/>
            <a:pathLst>
              <a:path extrusionOk="0" h="189118" w="38122">
                <a:moveTo>
                  <a:pt x="23673" y="6072"/>
                </a:moveTo>
                <a:cubicBezTo>
                  <a:pt x="15809" y="64288"/>
                  <a:pt x="7945" y="122498"/>
                  <a:pt x="82" y="180701"/>
                </a:cubicBezTo>
                <a:cubicBezTo>
                  <a:pt x="-1212" y="190414"/>
                  <a:pt x="13237" y="192409"/>
                  <a:pt x="14486" y="183047"/>
                </a:cubicBezTo>
                <a:cubicBezTo>
                  <a:pt x="22364" y="124844"/>
                  <a:pt x="30213" y="66634"/>
                  <a:pt x="38033" y="8418"/>
                </a:cubicBezTo>
                <a:cubicBezTo>
                  <a:pt x="39393" y="-1295"/>
                  <a:pt x="24879" y="-3290"/>
                  <a:pt x="23673" y="607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 name="Google Shape;60;g1037e35e0a9_0_280"/>
          <p:cNvSpPr/>
          <p:nvPr/>
        </p:nvSpPr>
        <p:spPr>
          <a:xfrm>
            <a:off x="5590150" y="299125"/>
            <a:ext cx="540251" cy="264299"/>
          </a:xfrm>
          <a:custGeom>
            <a:rect b="b" l="l" r="r" t="t"/>
            <a:pathLst>
              <a:path extrusionOk="0" h="125260" w="256043">
                <a:moveTo>
                  <a:pt x="122835" y="3891"/>
                </a:moveTo>
                <a:cubicBezTo>
                  <a:pt x="106677" y="35258"/>
                  <a:pt x="90541" y="66632"/>
                  <a:pt x="74404" y="98013"/>
                </a:cubicBezTo>
                <a:cubicBezTo>
                  <a:pt x="67103" y="82972"/>
                  <a:pt x="59737" y="67939"/>
                  <a:pt x="52348" y="52914"/>
                </a:cubicBezTo>
                <a:cubicBezTo>
                  <a:pt x="49783" y="47630"/>
                  <a:pt x="41583" y="45218"/>
                  <a:pt x="38602" y="51708"/>
                </a:cubicBezTo>
                <a:cubicBezTo>
                  <a:pt x="30007" y="70416"/>
                  <a:pt x="17598" y="87110"/>
                  <a:pt x="2141" y="100709"/>
                </a:cubicBezTo>
                <a:cubicBezTo>
                  <a:pt x="-4787" y="106848"/>
                  <a:pt x="6723" y="116802"/>
                  <a:pt x="13629" y="110685"/>
                </a:cubicBezTo>
                <a:cubicBezTo>
                  <a:pt x="26258" y="99453"/>
                  <a:pt x="36979" y="86235"/>
                  <a:pt x="45354" y="71550"/>
                </a:cubicBezTo>
                <a:lnTo>
                  <a:pt x="67432" y="116670"/>
                </a:lnTo>
                <a:cubicBezTo>
                  <a:pt x="70107" y="122174"/>
                  <a:pt x="77978" y="124147"/>
                  <a:pt x="81179" y="117876"/>
                </a:cubicBezTo>
                <a:lnTo>
                  <a:pt x="128580" y="25793"/>
                </a:lnTo>
                <a:cubicBezTo>
                  <a:pt x="139147" y="55900"/>
                  <a:pt x="147259" y="86822"/>
                  <a:pt x="152784" y="118249"/>
                </a:cubicBezTo>
                <a:cubicBezTo>
                  <a:pt x="153969" y="125024"/>
                  <a:pt x="163462" y="128422"/>
                  <a:pt x="166970" y="121318"/>
                </a:cubicBezTo>
                <a:cubicBezTo>
                  <a:pt x="177515" y="99979"/>
                  <a:pt x="188039" y="78638"/>
                  <a:pt x="198585" y="57299"/>
                </a:cubicBezTo>
                <a:cubicBezTo>
                  <a:pt x="214107" y="75321"/>
                  <a:pt x="228819" y="94022"/>
                  <a:pt x="242434" y="113469"/>
                </a:cubicBezTo>
                <a:cubicBezTo>
                  <a:pt x="247959" y="121297"/>
                  <a:pt x="260259" y="113711"/>
                  <a:pt x="254580" y="105686"/>
                </a:cubicBezTo>
                <a:cubicBezTo>
                  <a:pt x="238509" y="82896"/>
                  <a:pt x="221145" y="61039"/>
                  <a:pt x="202575" y="40220"/>
                </a:cubicBezTo>
                <a:cubicBezTo>
                  <a:pt x="199023" y="36229"/>
                  <a:pt x="192512" y="35089"/>
                  <a:pt x="189705" y="40746"/>
                </a:cubicBezTo>
                <a:lnTo>
                  <a:pt x="163001" y="94899"/>
                </a:lnTo>
                <a:cubicBezTo>
                  <a:pt x="156468" y="64295"/>
                  <a:pt x="147566" y="34241"/>
                  <a:pt x="136407" y="5009"/>
                </a:cubicBezTo>
                <a:cubicBezTo>
                  <a:pt x="134324" y="-823"/>
                  <a:pt x="125861" y="-2029"/>
                  <a:pt x="122835" y="389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 name="Google Shape;61;g1037e35e0a9_0_280"/>
          <p:cNvSpPr/>
          <p:nvPr/>
        </p:nvSpPr>
        <p:spPr>
          <a:xfrm>
            <a:off x="8371587" y="397372"/>
            <a:ext cx="290374" cy="231224"/>
          </a:xfrm>
          <a:custGeom>
            <a:rect b="b" l="l" r="r" t="t"/>
            <a:pathLst>
              <a:path extrusionOk="0" h="109585" w="137618">
                <a:moveTo>
                  <a:pt x="136999" y="99882"/>
                </a:moveTo>
                <a:cubicBezTo>
                  <a:pt x="113869" y="47085"/>
                  <a:pt x="65635" y="9548"/>
                  <a:pt x="8785" y="104"/>
                </a:cubicBezTo>
                <a:cubicBezTo>
                  <a:pt x="-292" y="-1365"/>
                  <a:pt x="-3910" y="13258"/>
                  <a:pt x="5627" y="14771"/>
                </a:cubicBezTo>
                <a:cubicBezTo>
                  <a:pt x="57435" y="23274"/>
                  <a:pt x="101482" y="57237"/>
                  <a:pt x="122902" y="105166"/>
                </a:cubicBezTo>
                <a:cubicBezTo>
                  <a:pt x="126738" y="113936"/>
                  <a:pt x="140705" y="108323"/>
                  <a:pt x="136999" y="9988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 name="Google Shape;62;g1037e35e0a9_0_280"/>
          <p:cNvSpPr/>
          <p:nvPr/>
        </p:nvSpPr>
        <p:spPr>
          <a:xfrm>
            <a:off x="8526304" y="347275"/>
            <a:ext cx="132428" cy="91243"/>
          </a:xfrm>
          <a:custGeom>
            <a:rect b="b" l="l" r="r" t="t"/>
            <a:pathLst>
              <a:path extrusionOk="0" h="43243" w="62762">
                <a:moveTo>
                  <a:pt x="60351" y="30032"/>
                </a:moveTo>
                <a:cubicBezTo>
                  <a:pt x="45705" y="17367"/>
                  <a:pt x="28955" y="7372"/>
                  <a:pt x="10845" y="500"/>
                </a:cubicBezTo>
                <a:cubicBezTo>
                  <a:pt x="2273" y="-2745"/>
                  <a:pt x="-4765" y="10739"/>
                  <a:pt x="4092" y="14093"/>
                </a:cubicBezTo>
                <a:cubicBezTo>
                  <a:pt x="20996" y="20446"/>
                  <a:pt x="36672" y="29731"/>
                  <a:pt x="50353" y="41521"/>
                </a:cubicBezTo>
                <a:cubicBezTo>
                  <a:pt x="57413" y="47594"/>
                  <a:pt x="67410" y="36127"/>
                  <a:pt x="60351" y="3003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 name="Google Shape;63;g1037e35e0a9_0_280"/>
          <p:cNvSpPr/>
          <p:nvPr/>
        </p:nvSpPr>
        <p:spPr>
          <a:xfrm>
            <a:off x="331162" y="1999469"/>
            <a:ext cx="211591" cy="267962"/>
          </a:xfrm>
          <a:custGeom>
            <a:rect b="b" l="l" r="r" t="t"/>
            <a:pathLst>
              <a:path extrusionOk="0" h="126996" w="100280">
                <a:moveTo>
                  <a:pt x="96357" y="74864"/>
                </a:moveTo>
                <a:cubicBezTo>
                  <a:pt x="82786" y="68484"/>
                  <a:pt x="69679" y="61157"/>
                  <a:pt x="57134" y="52940"/>
                </a:cubicBezTo>
                <a:cubicBezTo>
                  <a:pt x="68090" y="38401"/>
                  <a:pt x="80061" y="24657"/>
                  <a:pt x="92959" y="11809"/>
                </a:cubicBezTo>
                <a:cubicBezTo>
                  <a:pt x="99865" y="4925"/>
                  <a:pt x="88969" y="-4459"/>
                  <a:pt x="81997" y="2382"/>
                </a:cubicBezTo>
                <a:cubicBezTo>
                  <a:pt x="68721" y="15624"/>
                  <a:pt x="56406" y="29794"/>
                  <a:pt x="45141" y="44784"/>
                </a:cubicBezTo>
                <a:cubicBezTo>
                  <a:pt x="33594" y="36487"/>
                  <a:pt x="22607" y="27435"/>
                  <a:pt x="12255" y="17685"/>
                </a:cubicBezTo>
                <a:cubicBezTo>
                  <a:pt x="5480" y="11305"/>
                  <a:pt x="-4518" y="22793"/>
                  <a:pt x="2257" y="29173"/>
                </a:cubicBezTo>
                <a:cubicBezTo>
                  <a:pt x="12947" y="39230"/>
                  <a:pt x="24293" y="48568"/>
                  <a:pt x="36218" y="57127"/>
                </a:cubicBezTo>
                <a:cubicBezTo>
                  <a:pt x="23171" y="75947"/>
                  <a:pt x="11779" y="95863"/>
                  <a:pt x="2169" y="116652"/>
                </a:cubicBezTo>
                <a:cubicBezTo>
                  <a:pt x="-1953" y="125554"/>
                  <a:pt x="11246" y="131429"/>
                  <a:pt x="15324" y="122703"/>
                </a:cubicBezTo>
                <a:cubicBezTo>
                  <a:pt x="24609" y="102651"/>
                  <a:pt x="35613" y="83439"/>
                  <a:pt x="48211" y="65283"/>
                </a:cubicBezTo>
                <a:cubicBezTo>
                  <a:pt x="61447" y="73978"/>
                  <a:pt x="75279" y="81731"/>
                  <a:pt x="89604" y="88479"/>
                </a:cubicBezTo>
                <a:cubicBezTo>
                  <a:pt x="97936" y="92360"/>
                  <a:pt x="104951" y="78898"/>
                  <a:pt x="96357" y="7486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 name="Google Shape;64;g1037e35e0a9_0_280"/>
          <p:cNvSpPr/>
          <p:nvPr/>
        </p:nvSpPr>
        <p:spPr>
          <a:xfrm>
            <a:off x="8564788" y="3584529"/>
            <a:ext cx="200902" cy="172792"/>
          </a:xfrm>
          <a:custGeom>
            <a:rect b="b" l="l" r="r" t="t"/>
            <a:pathLst>
              <a:path extrusionOk="0" h="81892" w="95214">
                <a:moveTo>
                  <a:pt x="92489" y="65480"/>
                </a:moveTo>
                <a:lnTo>
                  <a:pt x="61028" y="43753"/>
                </a:lnTo>
                <a:cubicBezTo>
                  <a:pt x="70521" y="33157"/>
                  <a:pt x="80036" y="22580"/>
                  <a:pt x="89530" y="12028"/>
                </a:cubicBezTo>
                <a:cubicBezTo>
                  <a:pt x="96107" y="4771"/>
                  <a:pt x="85145" y="-4635"/>
                  <a:pt x="78567" y="2600"/>
                </a:cubicBezTo>
                <a:lnTo>
                  <a:pt x="48991" y="35487"/>
                </a:lnTo>
                <a:lnTo>
                  <a:pt x="12684" y="10383"/>
                </a:lnTo>
                <a:cubicBezTo>
                  <a:pt x="5098" y="5144"/>
                  <a:pt x="-4856" y="16610"/>
                  <a:pt x="2687" y="21872"/>
                </a:cubicBezTo>
                <a:lnTo>
                  <a:pt x="38796" y="46844"/>
                </a:lnTo>
                <a:lnTo>
                  <a:pt x="18275" y="69865"/>
                </a:lnTo>
                <a:cubicBezTo>
                  <a:pt x="11697" y="77122"/>
                  <a:pt x="22660" y="86527"/>
                  <a:pt x="29237" y="79292"/>
                </a:cubicBezTo>
                <a:lnTo>
                  <a:pt x="50942" y="55175"/>
                </a:lnTo>
                <a:lnTo>
                  <a:pt x="82601" y="77100"/>
                </a:lnTo>
                <a:cubicBezTo>
                  <a:pt x="90078" y="82296"/>
                  <a:pt x="100119" y="70829"/>
                  <a:pt x="92489" y="6548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 name="Google Shape;65;g1037e35e0a9_0_280"/>
          <p:cNvSpPr/>
          <p:nvPr/>
        </p:nvSpPr>
        <p:spPr>
          <a:xfrm rot="5069525">
            <a:off x="7853134" y="3741816"/>
            <a:ext cx="814157" cy="1022353"/>
          </a:xfrm>
          <a:custGeom>
            <a:rect b="b" l="l" r="r" t="t"/>
            <a:pathLst>
              <a:path extrusionOk="0" h="484587" w="385904">
                <a:moveTo>
                  <a:pt x="316148" y="219239"/>
                </a:moveTo>
                <a:cubicBezTo>
                  <a:pt x="261491" y="116194"/>
                  <a:pt x="157744" y="32311"/>
                  <a:pt x="38101" y="26786"/>
                </a:cubicBezTo>
                <a:cubicBezTo>
                  <a:pt x="47463" y="22510"/>
                  <a:pt x="56935" y="18432"/>
                  <a:pt x="66471" y="14530"/>
                </a:cubicBezTo>
                <a:cubicBezTo>
                  <a:pt x="75241" y="10978"/>
                  <a:pt x="71273" y="-3010"/>
                  <a:pt x="62086" y="586"/>
                </a:cubicBezTo>
                <a:cubicBezTo>
                  <a:pt x="42552" y="8566"/>
                  <a:pt x="23390" y="17336"/>
                  <a:pt x="4578" y="26895"/>
                </a:cubicBezTo>
                <a:cubicBezTo>
                  <a:pt x="-2854" y="30645"/>
                  <a:pt x="-508" y="42440"/>
                  <a:pt x="6398" y="41585"/>
                </a:cubicBezTo>
                <a:cubicBezTo>
                  <a:pt x="7473" y="41870"/>
                  <a:pt x="8591" y="41957"/>
                  <a:pt x="9709" y="41826"/>
                </a:cubicBezTo>
                <a:cubicBezTo>
                  <a:pt x="22162" y="48710"/>
                  <a:pt x="33190" y="57875"/>
                  <a:pt x="42267" y="68837"/>
                </a:cubicBezTo>
                <a:cubicBezTo>
                  <a:pt x="48231" y="76094"/>
                  <a:pt x="60618" y="67368"/>
                  <a:pt x="54786" y="60265"/>
                </a:cubicBezTo>
                <a:cubicBezTo>
                  <a:pt x="49217" y="53468"/>
                  <a:pt x="42990" y="47241"/>
                  <a:pt x="36216" y="41650"/>
                </a:cubicBezTo>
                <a:cubicBezTo>
                  <a:pt x="257544" y="58730"/>
                  <a:pt x="357411" y="281133"/>
                  <a:pt x="371135" y="478147"/>
                </a:cubicBezTo>
                <a:cubicBezTo>
                  <a:pt x="372034" y="487859"/>
                  <a:pt x="386723" y="485952"/>
                  <a:pt x="385869" y="476678"/>
                </a:cubicBezTo>
                <a:cubicBezTo>
                  <a:pt x="377756" y="387730"/>
                  <a:pt x="358704" y="298409"/>
                  <a:pt x="316148" y="21923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 name="Google Shape;66;g1037e35e0a9_0_280"/>
          <p:cNvSpPr/>
          <p:nvPr/>
        </p:nvSpPr>
        <p:spPr>
          <a:xfrm rot="5400000">
            <a:off x="305418" y="304611"/>
            <a:ext cx="746254" cy="775710"/>
          </a:xfrm>
          <a:custGeom>
            <a:rect b="b" l="l" r="r" t="t"/>
            <a:pathLst>
              <a:path extrusionOk="0" h="367635" w="353675">
                <a:moveTo>
                  <a:pt x="349850" y="316408"/>
                </a:moveTo>
                <a:cubicBezTo>
                  <a:pt x="344216" y="307967"/>
                  <a:pt x="337265" y="300140"/>
                  <a:pt x="331061" y="292094"/>
                </a:cubicBezTo>
                <a:cubicBezTo>
                  <a:pt x="325295" y="284639"/>
                  <a:pt x="312907" y="293387"/>
                  <a:pt x="318542" y="300688"/>
                </a:cubicBezTo>
                <a:cubicBezTo>
                  <a:pt x="320142" y="302661"/>
                  <a:pt x="330951" y="317022"/>
                  <a:pt x="332574" y="318447"/>
                </a:cubicBezTo>
                <a:cubicBezTo>
                  <a:pt x="270198" y="313689"/>
                  <a:pt x="197781" y="305292"/>
                  <a:pt x="142554" y="274598"/>
                </a:cubicBezTo>
                <a:cubicBezTo>
                  <a:pt x="87348" y="239760"/>
                  <a:pt x="52202" y="175937"/>
                  <a:pt x="31747" y="115404"/>
                </a:cubicBezTo>
                <a:cubicBezTo>
                  <a:pt x="20542" y="80171"/>
                  <a:pt x="14804" y="43432"/>
                  <a:pt x="14733" y="6461"/>
                </a:cubicBezTo>
                <a:cubicBezTo>
                  <a:pt x="14733" y="-3318"/>
                  <a:pt x="-44" y="-1323"/>
                  <a:pt x="0" y="7930"/>
                </a:cubicBezTo>
                <a:cubicBezTo>
                  <a:pt x="1184" y="107971"/>
                  <a:pt x="41065" y="213209"/>
                  <a:pt x="119862" y="277470"/>
                </a:cubicBezTo>
                <a:cubicBezTo>
                  <a:pt x="177501" y="318403"/>
                  <a:pt x="263467" y="328116"/>
                  <a:pt x="332705" y="333158"/>
                </a:cubicBezTo>
                <a:cubicBezTo>
                  <a:pt x="322510" y="340196"/>
                  <a:pt x="316437" y="346182"/>
                  <a:pt x="307470" y="353702"/>
                </a:cubicBezTo>
                <a:cubicBezTo>
                  <a:pt x="300301" y="359863"/>
                  <a:pt x="307821" y="372250"/>
                  <a:pt x="315275" y="365848"/>
                </a:cubicBezTo>
                <a:lnTo>
                  <a:pt x="340028" y="344647"/>
                </a:lnTo>
                <a:cubicBezTo>
                  <a:pt x="350048" y="337171"/>
                  <a:pt x="359037" y="328927"/>
                  <a:pt x="349850" y="31640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67" name="Shape 67"/>
        <p:cNvGrpSpPr/>
        <p:nvPr/>
      </p:nvGrpSpPr>
      <p:grpSpPr>
        <a:xfrm>
          <a:off x="0" y="0"/>
          <a:ext cx="0" cy="0"/>
          <a:chOff x="0" y="0"/>
          <a:chExt cx="0" cy="0"/>
        </a:xfrm>
      </p:grpSpPr>
      <p:sp>
        <p:nvSpPr>
          <p:cNvPr id="68" name="Google Shape;68;g1037e35e0a9_0_209"/>
          <p:cNvSpPr/>
          <p:nvPr/>
        </p:nvSpPr>
        <p:spPr>
          <a:xfrm rot="-884877">
            <a:off x="7997294" y="3564834"/>
            <a:ext cx="912816" cy="928284"/>
          </a:xfrm>
          <a:custGeom>
            <a:rect b="b" l="l" r="r" t="t"/>
            <a:pathLst>
              <a:path extrusionOk="0" h="559316" w="549996">
                <a:moveTo>
                  <a:pt x="536665" y="198722"/>
                </a:moveTo>
                <a:cubicBezTo>
                  <a:pt x="507988" y="55467"/>
                  <a:pt x="324589" y="-49573"/>
                  <a:pt x="179295" y="24291"/>
                </a:cubicBezTo>
                <a:cubicBezTo>
                  <a:pt x="17974" y="106420"/>
                  <a:pt x="-81169" y="375917"/>
                  <a:pt x="88111" y="512244"/>
                </a:cubicBezTo>
                <a:cubicBezTo>
                  <a:pt x="141168" y="554536"/>
                  <a:pt x="210888" y="558504"/>
                  <a:pt x="276092" y="557584"/>
                </a:cubicBezTo>
                <a:cubicBezTo>
                  <a:pt x="484178" y="579947"/>
                  <a:pt x="588999" y="381814"/>
                  <a:pt x="536665" y="198722"/>
                </a:cubicBezTo>
                <a:close/>
              </a:path>
            </a:pathLst>
          </a:custGeom>
          <a:gradFill>
            <a:gsLst>
              <a:gs pos="0">
                <a:srgbClr val="75DC4D"/>
              </a:gs>
              <a:gs pos="100000">
                <a:srgbClr val="3D8421"/>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 name="Google Shape;69;g1037e35e0a9_0_209"/>
          <p:cNvSpPr/>
          <p:nvPr/>
        </p:nvSpPr>
        <p:spPr>
          <a:xfrm>
            <a:off x="642525" y="331773"/>
            <a:ext cx="6943343" cy="927756"/>
          </a:xfrm>
          <a:custGeom>
            <a:rect b="b" l="l" r="r" t="t"/>
            <a:pathLst>
              <a:path extrusionOk="0" h="399035" w="3290684">
                <a:moveTo>
                  <a:pt x="3288221" y="146895"/>
                </a:moveTo>
                <a:cubicBezTo>
                  <a:pt x="3288879" y="83708"/>
                  <a:pt x="3268160" y="25739"/>
                  <a:pt x="3196488" y="21201"/>
                </a:cubicBezTo>
                <a:cubicBezTo>
                  <a:pt x="2907830" y="16005"/>
                  <a:pt x="2618711" y="18197"/>
                  <a:pt x="2329921" y="14777"/>
                </a:cubicBezTo>
                <a:cubicBezTo>
                  <a:pt x="1580495" y="9866"/>
                  <a:pt x="931222" y="0"/>
                  <a:pt x="181841" y="0"/>
                </a:cubicBezTo>
                <a:cubicBezTo>
                  <a:pt x="-44245" y="0"/>
                  <a:pt x="4866" y="162044"/>
                  <a:pt x="3813" y="206244"/>
                </a:cubicBezTo>
                <a:cubicBezTo>
                  <a:pt x="-6272" y="347395"/>
                  <a:pt x="64456" y="394927"/>
                  <a:pt x="198174" y="383395"/>
                </a:cubicBezTo>
                <a:lnTo>
                  <a:pt x="1064019" y="387780"/>
                </a:lnTo>
                <a:lnTo>
                  <a:pt x="2795708" y="396549"/>
                </a:lnTo>
                <a:cubicBezTo>
                  <a:pt x="2909277" y="397119"/>
                  <a:pt x="3023284" y="400671"/>
                  <a:pt x="3136832" y="398128"/>
                </a:cubicBezTo>
                <a:cubicBezTo>
                  <a:pt x="3275790" y="400627"/>
                  <a:pt x="3299512" y="257767"/>
                  <a:pt x="3288221" y="146895"/>
                </a:cubicBezTo>
                <a:close/>
              </a:path>
            </a:pathLst>
          </a:custGeom>
          <a:gradFill>
            <a:gsLst>
              <a:gs pos="0">
                <a:srgbClr val="75DC4D"/>
              </a:gs>
              <a:gs pos="100000">
                <a:srgbClr val="3D8421"/>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 name="Google Shape;70;g1037e35e0a9_0_209"/>
          <p:cNvSpPr/>
          <p:nvPr/>
        </p:nvSpPr>
        <p:spPr>
          <a:xfrm>
            <a:off x="368194" y="422127"/>
            <a:ext cx="8379859" cy="4302579"/>
          </a:xfrm>
          <a:custGeom>
            <a:rect b="b" l="l" r="r" t="t"/>
            <a:pathLst>
              <a:path extrusionOk="0" h="2039137" w="3971497">
                <a:moveTo>
                  <a:pt x="3947725" y="299512"/>
                </a:moveTo>
                <a:cubicBezTo>
                  <a:pt x="3924134" y="113307"/>
                  <a:pt x="3885284" y="33501"/>
                  <a:pt x="3686450" y="8902"/>
                </a:cubicBezTo>
                <a:cubicBezTo>
                  <a:pt x="3601997" y="-3398"/>
                  <a:pt x="3538196" y="330"/>
                  <a:pt x="3453085" y="1250"/>
                </a:cubicBezTo>
                <a:cubicBezTo>
                  <a:pt x="2545650" y="21443"/>
                  <a:pt x="1638390" y="51765"/>
                  <a:pt x="731371" y="878"/>
                </a:cubicBezTo>
                <a:cubicBezTo>
                  <a:pt x="642467" y="-87"/>
                  <a:pt x="553519" y="1250"/>
                  <a:pt x="464769" y="6534"/>
                </a:cubicBezTo>
                <a:cubicBezTo>
                  <a:pt x="385183" y="11292"/>
                  <a:pt x="302374" y="15304"/>
                  <a:pt x="224563" y="33743"/>
                </a:cubicBezTo>
                <a:cubicBezTo>
                  <a:pt x="159908" y="49090"/>
                  <a:pt x="106653" y="83204"/>
                  <a:pt x="86570" y="149329"/>
                </a:cubicBezTo>
                <a:cubicBezTo>
                  <a:pt x="9067" y="671747"/>
                  <a:pt x="-7925" y="1209227"/>
                  <a:pt x="2994" y="1737127"/>
                </a:cubicBezTo>
                <a:cubicBezTo>
                  <a:pt x="7729" y="2035301"/>
                  <a:pt x="225024" y="2012784"/>
                  <a:pt x="454881" y="2012828"/>
                </a:cubicBezTo>
                <a:cubicBezTo>
                  <a:pt x="1452075" y="2021379"/>
                  <a:pt x="2463170" y="2030543"/>
                  <a:pt x="3459136" y="2039138"/>
                </a:cubicBezTo>
                <a:cubicBezTo>
                  <a:pt x="3468432" y="2039138"/>
                  <a:pt x="3468235" y="2024426"/>
                  <a:pt x="3458544" y="2024339"/>
                </a:cubicBezTo>
                <a:cubicBezTo>
                  <a:pt x="2395752" y="2013552"/>
                  <a:pt x="1331030" y="2008487"/>
                  <a:pt x="268237" y="1995157"/>
                </a:cubicBezTo>
                <a:cubicBezTo>
                  <a:pt x="201871" y="1991167"/>
                  <a:pt x="129981" y="1978933"/>
                  <a:pt x="80870" y="1929997"/>
                </a:cubicBezTo>
                <a:cubicBezTo>
                  <a:pt x="27856" y="1877181"/>
                  <a:pt x="19898" y="1797332"/>
                  <a:pt x="17289" y="1726406"/>
                </a:cubicBezTo>
                <a:cubicBezTo>
                  <a:pt x="11150" y="1553355"/>
                  <a:pt x="12904" y="1379647"/>
                  <a:pt x="17289" y="1206596"/>
                </a:cubicBezTo>
                <a:cubicBezTo>
                  <a:pt x="24962" y="897125"/>
                  <a:pt x="46317" y="588368"/>
                  <a:pt x="81352" y="280328"/>
                </a:cubicBezTo>
                <a:cubicBezTo>
                  <a:pt x="89990" y="206026"/>
                  <a:pt x="89333" y="112868"/>
                  <a:pt x="163591" y="71825"/>
                </a:cubicBezTo>
                <a:cubicBezTo>
                  <a:pt x="194285" y="54286"/>
                  <a:pt x="229825" y="46349"/>
                  <a:pt x="264444" y="40978"/>
                </a:cubicBezTo>
                <a:cubicBezTo>
                  <a:pt x="347341" y="28174"/>
                  <a:pt x="431728" y="22408"/>
                  <a:pt x="515502" y="18746"/>
                </a:cubicBezTo>
                <a:cubicBezTo>
                  <a:pt x="692894" y="11029"/>
                  <a:pt x="870483" y="17869"/>
                  <a:pt x="1047743" y="26113"/>
                </a:cubicBezTo>
                <a:cubicBezTo>
                  <a:pt x="1755029" y="63845"/>
                  <a:pt x="2462863" y="37711"/>
                  <a:pt x="3170346" y="20654"/>
                </a:cubicBezTo>
                <a:cubicBezTo>
                  <a:pt x="3346028" y="20478"/>
                  <a:pt x="3500947" y="3289"/>
                  <a:pt x="3675948" y="22605"/>
                </a:cubicBezTo>
                <a:cubicBezTo>
                  <a:pt x="3819576" y="42556"/>
                  <a:pt x="3893001" y="73821"/>
                  <a:pt x="3920034" y="229880"/>
                </a:cubicBezTo>
                <a:cubicBezTo>
                  <a:pt x="4003348" y="663591"/>
                  <a:pt x="3918609" y="1093707"/>
                  <a:pt x="3926392" y="1543489"/>
                </a:cubicBezTo>
                <a:cubicBezTo>
                  <a:pt x="3926568" y="1553092"/>
                  <a:pt x="3940665" y="1547436"/>
                  <a:pt x="3940490" y="1538337"/>
                </a:cubicBezTo>
                <a:cubicBezTo>
                  <a:pt x="3933321" y="1127383"/>
                  <a:pt x="4008215" y="711694"/>
                  <a:pt x="3947725" y="29951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 name="Google Shape;71;g1037e35e0a9_0_209"/>
          <p:cNvSpPr txBox="1"/>
          <p:nvPr>
            <p:ph type="title"/>
          </p:nvPr>
        </p:nvSpPr>
        <p:spPr>
          <a:xfrm>
            <a:off x="883375" y="683600"/>
            <a:ext cx="6426300" cy="3963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3400"/>
              <a:buNone/>
              <a:defRPr/>
            </a:lvl1pPr>
            <a:lvl2pPr lvl="1" algn="l">
              <a:lnSpc>
                <a:spcPct val="90000"/>
              </a:lnSpc>
              <a:spcBef>
                <a:spcPts val="0"/>
              </a:spcBef>
              <a:spcAft>
                <a:spcPts val="0"/>
              </a:spcAft>
              <a:buSzPts val="3400"/>
              <a:buNone/>
              <a:defRPr/>
            </a:lvl2pPr>
            <a:lvl3pPr lvl="2" algn="l">
              <a:lnSpc>
                <a:spcPct val="90000"/>
              </a:lnSpc>
              <a:spcBef>
                <a:spcPts val="0"/>
              </a:spcBef>
              <a:spcAft>
                <a:spcPts val="0"/>
              </a:spcAft>
              <a:buSzPts val="3400"/>
              <a:buNone/>
              <a:defRPr/>
            </a:lvl3pPr>
            <a:lvl4pPr lvl="3" algn="l">
              <a:lnSpc>
                <a:spcPct val="90000"/>
              </a:lnSpc>
              <a:spcBef>
                <a:spcPts val="0"/>
              </a:spcBef>
              <a:spcAft>
                <a:spcPts val="0"/>
              </a:spcAft>
              <a:buSzPts val="3400"/>
              <a:buNone/>
              <a:defRPr/>
            </a:lvl4pPr>
            <a:lvl5pPr lvl="4" algn="l">
              <a:lnSpc>
                <a:spcPct val="90000"/>
              </a:lnSpc>
              <a:spcBef>
                <a:spcPts val="0"/>
              </a:spcBef>
              <a:spcAft>
                <a:spcPts val="0"/>
              </a:spcAft>
              <a:buSzPts val="3400"/>
              <a:buNone/>
              <a:defRPr/>
            </a:lvl5pPr>
            <a:lvl6pPr lvl="5" algn="l">
              <a:lnSpc>
                <a:spcPct val="90000"/>
              </a:lnSpc>
              <a:spcBef>
                <a:spcPts val="0"/>
              </a:spcBef>
              <a:spcAft>
                <a:spcPts val="0"/>
              </a:spcAft>
              <a:buSzPts val="3400"/>
              <a:buNone/>
              <a:defRPr/>
            </a:lvl6pPr>
            <a:lvl7pPr lvl="6" algn="l">
              <a:lnSpc>
                <a:spcPct val="90000"/>
              </a:lnSpc>
              <a:spcBef>
                <a:spcPts val="0"/>
              </a:spcBef>
              <a:spcAft>
                <a:spcPts val="0"/>
              </a:spcAft>
              <a:buSzPts val="3400"/>
              <a:buNone/>
              <a:defRPr/>
            </a:lvl7pPr>
            <a:lvl8pPr lvl="7" algn="l">
              <a:lnSpc>
                <a:spcPct val="90000"/>
              </a:lnSpc>
              <a:spcBef>
                <a:spcPts val="0"/>
              </a:spcBef>
              <a:spcAft>
                <a:spcPts val="0"/>
              </a:spcAft>
              <a:buSzPts val="3400"/>
              <a:buNone/>
              <a:defRPr/>
            </a:lvl8pPr>
            <a:lvl9pPr lvl="8" algn="l">
              <a:lnSpc>
                <a:spcPct val="90000"/>
              </a:lnSpc>
              <a:spcBef>
                <a:spcPts val="0"/>
              </a:spcBef>
              <a:spcAft>
                <a:spcPts val="0"/>
              </a:spcAft>
              <a:buSzPts val="3400"/>
              <a:buNone/>
              <a:defRPr/>
            </a:lvl9pPr>
          </a:lstStyle>
          <a:p/>
        </p:txBody>
      </p:sp>
      <p:sp>
        <p:nvSpPr>
          <p:cNvPr id="72" name="Google Shape;72;g1037e35e0a9_0_209"/>
          <p:cNvSpPr txBox="1"/>
          <p:nvPr>
            <p:ph idx="1" type="body"/>
          </p:nvPr>
        </p:nvSpPr>
        <p:spPr>
          <a:xfrm>
            <a:off x="1188175" y="1506350"/>
            <a:ext cx="3002700" cy="2762100"/>
          </a:xfrm>
          <a:prstGeom prst="rect">
            <a:avLst/>
          </a:prstGeom>
          <a:noFill/>
          <a:ln>
            <a:noFill/>
          </a:ln>
        </p:spPr>
        <p:txBody>
          <a:bodyPr anchorCtr="0" anchor="t" bIns="0" lIns="0" spcFirstLastPara="1" rIns="0" wrap="square" tIns="0">
            <a:noAutofit/>
          </a:bodyPr>
          <a:lstStyle>
            <a:lvl1pPr indent="-355600" lvl="0" marL="457200" algn="l">
              <a:lnSpc>
                <a:spcPct val="100000"/>
              </a:lnSpc>
              <a:spcBef>
                <a:spcPts val="0"/>
              </a:spcBef>
              <a:spcAft>
                <a:spcPts val="0"/>
              </a:spcAft>
              <a:buSzPts val="2000"/>
              <a:buChar char="✗"/>
              <a:defRPr sz="2000"/>
            </a:lvl1pPr>
            <a:lvl2pPr indent="-355600" lvl="1" marL="914400" algn="l">
              <a:lnSpc>
                <a:spcPct val="100000"/>
              </a:lnSpc>
              <a:spcBef>
                <a:spcPts val="1000"/>
              </a:spcBef>
              <a:spcAft>
                <a:spcPts val="0"/>
              </a:spcAft>
              <a:buSzPts val="2000"/>
              <a:buChar char="✗"/>
              <a:defRPr sz="2000"/>
            </a:lvl2pPr>
            <a:lvl3pPr indent="-355600" lvl="2" marL="1371600" algn="l">
              <a:lnSpc>
                <a:spcPct val="100000"/>
              </a:lnSpc>
              <a:spcBef>
                <a:spcPts val="1000"/>
              </a:spcBef>
              <a:spcAft>
                <a:spcPts val="0"/>
              </a:spcAft>
              <a:buSzPts val="2000"/>
              <a:buChar char="■"/>
              <a:defRPr sz="2000"/>
            </a:lvl3pPr>
            <a:lvl4pPr indent="-355600" lvl="3" marL="1828800" algn="l">
              <a:lnSpc>
                <a:spcPct val="100000"/>
              </a:lnSpc>
              <a:spcBef>
                <a:spcPts val="1000"/>
              </a:spcBef>
              <a:spcAft>
                <a:spcPts val="0"/>
              </a:spcAft>
              <a:buSzPts val="2000"/>
              <a:buChar char="●"/>
              <a:defRPr sz="2000"/>
            </a:lvl4pPr>
            <a:lvl5pPr indent="-355600" lvl="4" marL="2286000" algn="l">
              <a:lnSpc>
                <a:spcPct val="100000"/>
              </a:lnSpc>
              <a:spcBef>
                <a:spcPts val="1000"/>
              </a:spcBef>
              <a:spcAft>
                <a:spcPts val="0"/>
              </a:spcAft>
              <a:buSzPts val="2000"/>
              <a:buChar char="○"/>
              <a:defRPr sz="2000"/>
            </a:lvl5pPr>
            <a:lvl6pPr indent="-355600" lvl="5" marL="2743200" algn="l">
              <a:lnSpc>
                <a:spcPct val="100000"/>
              </a:lnSpc>
              <a:spcBef>
                <a:spcPts val="1000"/>
              </a:spcBef>
              <a:spcAft>
                <a:spcPts val="0"/>
              </a:spcAft>
              <a:buSzPts val="2000"/>
              <a:buChar char="■"/>
              <a:defRPr sz="2000"/>
            </a:lvl6pPr>
            <a:lvl7pPr indent="-355600" lvl="6" marL="3200400" algn="l">
              <a:lnSpc>
                <a:spcPct val="100000"/>
              </a:lnSpc>
              <a:spcBef>
                <a:spcPts val="1000"/>
              </a:spcBef>
              <a:spcAft>
                <a:spcPts val="0"/>
              </a:spcAft>
              <a:buSzPts val="2000"/>
              <a:buChar char="●"/>
              <a:defRPr sz="2000"/>
            </a:lvl7pPr>
            <a:lvl8pPr indent="-355600" lvl="7" marL="3657600" algn="l">
              <a:lnSpc>
                <a:spcPct val="100000"/>
              </a:lnSpc>
              <a:spcBef>
                <a:spcPts val="1000"/>
              </a:spcBef>
              <a:spcAft>
                <a:spcPts val="0"/>
              </a:spcAft>
              <a:buSzPts val="2000"/>
              <a:buChar char="○"/>
              <a:defRPr sz="2000"/>
            </a:lvl8pPr>
            <a:lvl9pPr indent="-355600" lvl="8" marL="4114800" algn="l">
              <a:lnSpc>
                <a:spcPct val="100000"/>
              </a:lnSpc>
              <a:spcBef>
                <a:spcPts val="1000"/>
              </a:spcBef>
              <a:spcAft>
                <a:spcPts val="1000"/>
              </a:spcAft>
              <a:buSzPts val="2000"/>
              <a:buChar char="■"/>
              <a:defRPr sz="2000"/>
            </a:lvl9pPr>
          </a:lstStyle>
          <a:p/>
        </p:txBody>
      </p:sp>
      <p:sp>
        <p:nvSpPr>
          <p:cNvPr id="73" name="Google Shape;73;g1037e35e0a9_0_209"/>
          <p:cNvSpPr txBox="1"/>
          <p:nvPr>
            <p:ph idx="2" type="body"/>
          </p:nvPr>
        </p:nvSpPr>
        <p:spPr>
          <a:xfrm>
            <a:off x="4611864" y="1506350"/>
            <a:ext cx="3002700" cy="2762100"/>
          </a:xfrm>
          <a:prstGeom prst="rect">
            <a:avLst/>
          </a:prstGeom>
          <a:noFill/>
          <a:ln>
            <a:noFill/>
          </a:ln>
        </p:spPr>
        <p:txBody>
          <a:bodyPr anchorCtr="0" anchor="t" bIns="0" lIns="0" spcFirstLastPara="1" rIns="0" wrap="square" tIns="0">
            <a:noAutofit/>
          </a:bodyPr>
          <a:lstStyle>
            <a:lvl1pPr indent="-355600" lvl="0" marL="457200" algn="l">
              <a:lnSpc>
                <a:spcPct val="100000"/>
              </a:lnSpc>
              <a:spcBef>
                <a:spcPts val="0"/>
              </a:spcBef>
              <a:spcAft>
                <a:spcPts val="0"/>
              </a:spcAft>
              <a:buSzPts val="2000"/>
              <a:buChar char="✗"/>
              <a:defRPr sz="2000"/>
            </a:lvl1pPr>
            <a:lvl2pPr indent="-355600" lvl="1" marL="914400" algn="l">
              <a:lnSpc>
                <a:spcPct val="100000"/>
              </a:lnSpc>
              <a:spcBef>
                <a:spcPts val="1000"/>
              </a:spcBef>
              <a:spcAft>
                <a:spcPts val="0"/>
              </a:spcAft>
              <a:buSzPts val="2000"/>
              <a:buChar char="✗"/>
              <a:defRPr sz="2000"/>
            </a:lvl2pPr>
            <a:lvl3pPr indent="-355600" lvl="2" marL="1371600" algn="l">
              <a:lnSpc>
                <a:spcPct val="100000"/>
              </a:lnSpc>
              <a:spcBef>
                <a:spcPts val="1000"/>
              </a:spcBef>
              <a:spcAft>
                <a:spcPts val="0"/>
              </a:spcAft>
              <a:buSzPts val="2000"/>
              <a:buChar char="■"/>
              <a:defRPr sz="2000"/>
            </a:lvl3pPr>
            <a:lvl4pPr indent="-355600" lvl="3" marL="1828800" algn="l">
              <a:lnSpc>
                <a:spcPct val="100000"/>
              </a:lnSpc>
              <a:spcBef>
                <a:spcPts val="1000"/>
              </a:spcBef>
              <a:spcAft>
                <a:spcPts val="0"/>
              </a:spcAft>
              <a:buSzPts val="2000"/>
              <a:buChar char="●"/>
              <a:defRPr sz="2000"/>
            </a:lvl4pPr>
            <a:lvl5pPr indent="-355600" lvl="4" marL="2286000" algn="l">
              <a:lnSpc>
                <a:spcPct val="100000"/>
              </a:lnSpc>
              <a:spcBef>
                <a:spcPts val="1000"/>
              </a:spcBef>
              <a:spcAft>
                <a:spcPts val="0"/>
              </a:spcAft>
              <a:buSzPts val="2000"/>
              <a:buChar char="○"/>
              <a:defRPr sz="2000"/>
            </a:lvl5pPr>
            <a:lvl6pPr indent="-355600" lvl="5" marL="2743200" algn="l">
              <a:lnSpc>
                <a:spcPct val="100000"/>
              </a:lnSpc>
              <a:spcBef>
                <a:spcPts val="1000"/>
              </a:spcBef>
              <a:spcAft>
                <a:spcPts val="0"/>
              </a:spcAft>
              <a:buSzPts val="2000"/>
              <a:buChar char="■"/>
              <a:defRPr sz="2000"/>
            </a:lvl6pPr>
            <a:lvl7pPr indent="-355600" lvl="6" marL="3200400" algn="l">
              <a:lnSpc>
                <a:spcPct val="100000"/>
              </a:lnSpc>
              <a:spcBef>
                <a:spcPts val="1000"/>
              </a:spcBef>
              <a:spcAft>
                <a:spcPts val="0"/>
              </a:spcAft>
              <a:buSzPts val="2000"/>
              <a:buChar char="●"/>
              <a:defRPr sz="2000"/>
            </a:lvl7pPr>
            <a:lvl8pPr indent="-355600" lvl="7" marL="3657600" algn="l">
              <a:lnSpc>
                <a:spcPct val="100000"/>
              </a:lnSpc>
              <a:spcBef>
                <a:spcPts val="1000"/>
              </a:spcBef>
              <a:spcAft>
                <a:spcPts val="0"/>
              </a:spcAft>
              <a:buSzPts val="2000"/>
              <a:buChar char="○"/>
              <a:defRPr sz="2000"/>
            </a:lvl8pPr>
            <a:lvl9pPr indent="-355600" lvl="8" marL="4114800" algn="l">
              <a:lnSpc>
                <a:spcPct val="100000"/>
              </a:lnSpc>
              <a:spcBef>
                <a:spcPts val="1000"/>
              </a:spcBef>
              <a:spcAft>
                <a:spcPts val="1000"/>
              </a:spcAft>
              <a:buSzPts val="2000"/>
              <a:buChar char="■"/>
              <a:defRPr sz="2000"/>
            </a:lvl9pPr>
          </a:lstStyle>
          <a:p/>
        </p:txBody>
      </p:sp>
      <p:sp>
        <p:nvSpPr>
          <p:cNvPr id="74" name="Google Shape;74;g1037e35e0a9_0_209"/>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g1037e35e0a9_0_209"/>
          <p:cNvSpPr/>
          <p:nvPr/>
        </p:nvSpPr>
        <p:spPr>
          <a:xfrm>
            <a:off x="8138824" y="237026"/>
            <a:ext cx="739006" cy="927984"/>
          </a:xfrm>
          <a:custGeom>
            <a:rect b="b" l="l" r="r" t="t"/>
            <a:pathLst>
              <a:path extrusionOk="0" h="484587" w="385904">
                <a:moveTo>
                  <a:pt x="316148" y="219239"/>
                </a:moveTo>
                <a:cubicBezTo>
                  <a:pt x="261491" y="116194"/>
                  <a:pt x="157744" y="32311"/>
                  <a:pt x="38101" y="26786"/>
                </a:cubicBezTo>
                <a:cubicBezTo>
                  <a:pt x="47463" y="22510"/>
                  <a:pt x="56935" y="18432"/>
                  <a:pt x="66471" y="14530"/>
                </a:cubicBezTo>
                <a:cubicBezTo>
                  <a:pt x="75241" y="10978"/>
                  <a:pt x="71273" y="-3010"/>
                  <a:pt x="62086" y="586"/>
                </a:cubicBezTo>
                <a:cubicBezTo>
                  <a:pt x="42552" y="8566"/>
                  <a:pt x="23390" y="17336"/>
                  <a:pt x="4578" y="26895"/>
                </a:cubicBezTo>
                <a:cubicBezTo>
                  <a:pt x="-2854" y="30645"/>
                  <a:pt x="-508" y="42440"/>
                  <a:pt x="6398" y="41585"/>
                </a:cubicBezTo>
                <a:cubicBezTo>
                  <a:pt x="7473" y="41870"/>
                  <a:pt x="8591" y="41957"/>
                  <a:pt x="9709" y="41826"/>
                </a:cubicBezTo>
                <a:cubicBezTo>
                  <a:pt x="22162" y="48710"/>
                  <a:pt x="33190" y="57875"/>
                  <a:pt x="42267" y="68837"/>
                </a:cubicBezTo>
                <a:cubicBezTo>
                  <a:pt x="48231" y="76094"/>
                  <a:pt x="60618" y="67368"/>
                  <a:pt x="54786" y="60265"/>
                </a:cubicBezTo>
                <a:cubicBezTo>
                  <a:pt x="49217" y="53468"/>
                  <a:pt x="42990" y="47241"/>
                  <a:pt x="36216" y="41650"/>
                </a:cubicBezTo>
                <a:cubicBezTo>
                  <a:pt x="257544" y="58730"/>
                  <a:pt x="357411" y="281133"/>
                  <a:pt x="371135" y="478147"/>
                </a:cubicBezTo>
                <a:cubicBezTo>
                  <a:pt x="372034" y="487859"/>
                  <a:pt x="386723" y="485952"/>
                  <a:pt x="385869" y="476678"/>
                </a:cubicBezTo>
                <a:cubicBezTo>
                  <a:pt x="377756" y="387730"/>
                  <a:pt x="358704" y="298409"/>
                  <a:pt x="316148" y="21923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 name="Google Shape;76;g1037e35e0a9_0_209"/>
          <p:cNvSpPr/>
          <p:nvPr/>
        </p:nvSpPr>
        <p:spPr>
          <a:xfrm>
            <a:off x="8547668" y="2847045"/>
            <a:ext cx="262123" cy="231108"/>
          </a:xfrm>
          <a:custGeom>
            <a:rect b="b" l="l" r="r" t="t"/>
            <a:pathLst>
              <a:path extrusionOk="0" h="109530" w="124229">
                <a:moveTo>
                  <a:pt x="79291" y="1720"/>
                </a:moveTo>
                <a:cubicBezTo>
                  <a:pt x="8212" y="-15360"/>
                  <a:pt x="-40965" y="100205"/>
                  <a:pt x="47829" y="108799"/>
                </a:cubicBezTo>
                <a:cubicBezTo>
                  <a:pt x="119983" y="119191"/>
                  <a:pt x="160785" y="15554"/>
                  <a:pt x="79291" y="1720"/>
                </a:cubicBezTo>
                <a:close/>
                <a:moveTo>
                  <a:pt x="106609" y="64095"/>
                </a:moveTo>
                <a:cubicBezTo>
                  <a:pt x="93827" y="96675"/>
                  <a:pt x="39761" y="106168"/>
                  <a:pt x="18275" y="78083"/>
                </a:cubicBezTo>
                <a:cubicBezTo>
                  <a:pt x="2292" y="46095"/>
                  <a:pt x="38489" y="11651"/>
                  <a:pt x="70390" y="15247"/>
                </a:cubicBezTo>
                <a:cubicBezTo>
                  <a:pt x="97620" y="15401"/>
                  <a:pt x="116651" y="36974"/>
                  <a:pt x="106609" y="6409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 name="Google Shape;77;g1037e35e0a9_0_209"/>
          <p:cNvSpPr/>
          <p:nvPr/>
        </p:nvSpPr>
        <p:spPr>
          <a:xfrm>
            <a:off x="4426766" y="4724706"/>
            <a:ext cx="888148" cy="61490"/>
          </a:xfrm>
          <a:custGeom>
            <a:rect b="b" l="l" r="r" t="t"/>
            <a:pathLst>
              <a:path extrusionOk="0" h="29142" w="420923">
                <a:moveTo>
                  <a:pt x="413489" y="13189"/>
                </a:moveTo>
                <a:cubicBezTo>
                  <a:pt x="278455" y="16526"/>
                  <a:pt x="143334" y="12132"/>
                  <a:pt x="8805" y="34"/>
                </a:cubicBezTo>
                <a:cubicBezTo>
                  <a:pt x="-293" y="-799"/>
                  <a:pt x="-3933" y="13847"/>
                  <a:pt x="5670" y="14702"/>
                </a:cubicBezTo>
                <a:cubicBezTo>
                  <a:pt x="141449" y="26940"/>
                  <a:pt x="277798" y="31404"/>
                  <a:pt x="414081" y="28076"/>
                </a:cubicBezTo>
                <a:cubicBezTo>
                  <a:pt x="423377" y="27769"/>
                  <a:pt x="423223" y="12970"/>
                  <a:pt x="413489" y="1318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 name="Google Shape;78;g1037e35e0a9_0_209"/>
          <p:cNvSpPr/>
          <p:nvPr/>
        </p:nvSpPr>
        <p:spPr>
          <a:xfrm>
            <a:off x="5368771" y="4755508"/>
            <a:ext cx="86890" cy="31179"/>
          </a:xfrm>
          <a:custGeom>
            <a:rect b="b" l="l" r="r" t="t"/>
            <a:pathLst>
              <a:path extrusionOk="0" h="14777" w="41180">
                <a:moveTo>
                  <a:pt x="33693" y="0"/>
                </a:moveTo>
                <a:lnTo>
                  <a:pt x="6835" y="0"/>
                </a:lnTo>
                <a:cubicBezTo>
                  <a:pt x="-2461" y="0"/>
                  <a:pt x="-2286" y="14777"/>
                  <a:pt x="7427" y="14777"/>
                </a:cubicBezTo>
                <a:lnTo>
                  <a:pt x="34307" y="14777"/>
                </a:lnTo>
                <a:cubicBezTo>
                  <a:pt x="43669" y="14777"/>
                  <a:pt x="43471" y="0"/>
                  <a:pt x="33693"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 name="Google Shape;79;g1037e35e0a9_0_209"/>
          <p:cNvSpPr/>
          <p:nvPr/>
        </p:nvSpPr>
        <p:spPr>
          <a:xfrm>
            <a:off x="5538652" y="4755173"/>
            <a:ext cx="299728" cy="40681"/>
          </a:xfrm>
          <a:custGeom>
            <a:rect b="b" l="l" r="r" t="t"/>
            <a:pathLst>
              <a:path extrusionOk="0" h="19280" w="142051">
                <a:moveTo>
                  <a:pt x="136384" y="4500"/>
                </a:moveTo>
                <a:lnTo>
                  <a:pt x="8783" y="5"/>
                </a:lnTo>
                <a:cubicBezTo>
                  <a:pt x="-272" y="-323"/>
                  <a:pt x="-3933" y="14344"/>
                  <a:pt x="5648" y="14695"/>
                </a:cubicBezTo>
                <a:lnTo>
                  <a:pt x="133227" y="19277"/>
                </a:lnTo>
                <a:cubicBezTo>
                  <a:pt x="142282" y="19518"/>
                  <a:pt x="146031" y="4851"/>
                  <a:pt x="136384" y="450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 name="Google Shape;80;g1037e35e0a9_0_209"/>
          <p:cNvSpPr/>
          <p:nvPr/>
        </p:nvSpPr>
        <p:spPr>
          <a:xfrm>
            <a:off x="325536" y="1027644"/>
            <a:ext cx="113330" cy="954049"/>
          </a:xfrm>
          <a:custGeom>
            <a:rect b="b" l="l" r="r" t="t"/>
            <a:pathLst>
              <a:path extrusionOk="0" h="452156" w="53711">
                <a:moveTo>
                  <a:pt x="39194" y="6047"/>
                </a:moveTo>
                <a:cubicBezTo>
                  <a:pt x="16217" y="151582"/>
                  <a:pt x="8039" y="298805"/>
                  <a:pt x="15" y="445744"/>
                </a:cubicBezTo>
                <a:cubicBezTo>
                  <a:pt x="-533" y="455478"/>
                  <a:pt x="14244" y="453439"/>
                  <a:pt x="14748" y="444275"/>
                </a:cubicBezTo>
                <a:cubicBezTo>
                  <a:pt x="22707" y="298586"/>
                  <a:pt x="30819" y="152678"/>
                  <a:pt x="53598" y="8393"/>
                </a:cubicBezTo>
                <a:cubicBezTo>
                  <a:pt x="55133" y="-1298"/>
                  <a:pt x="40597" y="-3271"/>
                  <a:pt x="39194" y="604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 name="Google Shape;81;g1037e35e0a9_0_209"/>
          <p:cNvSpPr/>
          <p:nvPr/>
        </p:nvSpPr>
        <p:spPr>
          <a:xfrm>
            <a:off x="257001" y="1121076"/>
            <a:ext cx="80437" cy="399039"/>
          </a:xfrm>
          <a:custGeom>
            <a:rect b="b" l="l" r="r" t="t"/>
            <a:pathLst>
              <a:path extrusionOk="0" h="189118" w="38122">
                <a:moveTo>
                  <a:pt x="23673" y="6072"/>
                </a:moveTo>
                <a:cubicBezTo>
                  <a:pt x="15809" y="64288"/>
                  <a:pt x="7945" y="122498"/>
                  <a:pt x="82" y="180701"/>
                </a:cubicBezTo>
                <a:cubicBezTo>
                  <a:pt x="-1212" y="190414"/>
                  <a:pt x="13237" y="192409"/>
                  <a:pt x="14486" y="183047"/>
                </a:cubicBezTo>
                <a:cubicBezTo>
                  <a:pt x="22364" y="124844"/>
                  <a:pt x="30213" y="66634"/>
                  <a:pt x="38033" y="8418"/>
                </a:cubicBezTo>
                <a:cubicBezTo>
                  <a:pt x="39393" y="-1295"/>
                  <a:pt x="24879" y="-3290"/>
                  <a:pt x="23673" y="607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82" name="Shape 82"/>
        <p:cNvGrpSpPr/>
        <p:nvPr/>
      </p:nvGrpSpPr>
      <p:grpSpPr>
        <a:xfrm>
          <a:off x="0" y="0"/>
          <a:ext cx="0" cy="0"/>
          <a:chOff x="0" y="0"/>
          <a:chExt cx="0" cy="0"/>
        </a:xfrm>
      </p:grpSpPr>
      <p:sp>
        <p:nvSpPr>
          <p:cNvPr id="83" name="Google Shape;83;g1037e35e0a9_0_292"/>
          <p:cNvSpPr/>
          <p:nvPr/>
        </p:nvSpPr>
        <p:spPr>
          <a:xfrm rot="-898861">
            <a:off x="739797" y="433628"/>
            <a:ext cx="1461825" cy="1605908"/>
          </a:xfrm>
          <a:custGeom>
            <a:rect b="b" l="l" r="r" t="t"/>
            <a:pathLst>
              <a:path extrusionOk="0" h="507799" w="462239">
                <a:moveTo>
                  <a:pt x="459973" y="179541"/>
                </a:moveTo>
                <a:cubicBezTo>
                  <a:pt x="458636" y="122779"/>
                  <a:pt x="461727" y="55887"/>
                  <a:pt x="399242" y="30652"/>
                </a:cubicBezTo>
                <a:cubicBezTo>
                  <a:pt x="293347" y="-13921"/>
                  <a:pt x="170306" y="-1205"/>
                  <a:pt x="59171" y="14844"/>
                </a:cubicBezTo>
                <a:cubicBezTo>
                  <a:pt x="33585" y="19514"/>
                  <a:pt x="9512" y="39816"/>
                  <a:pt x="8569" y="67090"/>
                </a:cubicBezTo>
                <a:cubicBezTo>
                  <a:pt x="-7195" y="174126"/>
                  <a:pt x="2605" y="285590"/>
                  <a:pt x="7933" y="393766"/>
                </a:cubicBezTo>
                <a:cubicBezTo>
                  <a:pt x="10235" y="423781"/>
                  <a:pt x="16703" y="454453"/>
                  <a:pt x="42377" y="473550"/>
                </a:cubicBezTo>
                <a:cubicBezTo>
                  <a:pt x="111527" y="513693"/>
                  <a:pt x="199071" y="505691"/>
                  <a:pt x="276684" y="507664"/>
                </a:cubicBezTo>
                <a:cubicBezTo>
                  <a:pt x="477513" y="513540"/>
                  <a:pt x="465279" y="327137"/>
                  <a:pt x="459973" y="179541"/>
                </a:cubicBezTo>
                <a:close/>
              </a:path>
            </a:pathLst>
          </a:custGeom>
          <a:gradFill>
            <a:gsLst>
              <a:gs pos="0">
                <a:srgbClr val="75DC4D"/>
              </a:gs>
              <a:gs pos="100000">
                <a:srgbClr val="3D8421"/>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 name="Google Shape;84;g1037e35e0a9_0_292"/>
          <p:cNvSpPr txBox="1"/>
          <p:nvPr>
            <p:ph type="ctrTitle"/>
          </p:nvPr>
        </p:nvSpPr>
        <p:spPr>
          <a:xfrm>
            <a:off x="1773500" y="1980025"/>
            <a:ext cx="5597100" cy="671100"/>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SzPts val="5200"/>
              <a:buNone/>
              <a:defRPr sz="5200"/>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85" name="Google Shape;85;g1037e35e0a9_0_292"/>
          <p:cNvSpPr txBox="1"/>
          <p:nvPr>
            <p:ph idx="1" type="subTitle"/>
          </p:nvPr>
        </p:nvSpPr>
        <p:spPr>
          <a:xfrm>
            <a:off x="1773500" y="2664426"/>
            <a:ext cx="5597100" cy="386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rgbClr val="000000"/>
              </a:buClr>
              <a:buSzPts val="2200"/>
              <a:buNone/>
              <a:defRPr>
                <a:solidFill>
                  <a:srgbClr val="000000"/>
                </a:solidFill>
              </a:defRPr>
            </a:lvl1pPr>
            <a:lvl2pPr lvl="1" algn="ctr">
              <a:lnSpc>
                <a:spcPct val="100000"/>
              </a:lnSpc>
              <a:spcBef>
                <a:spcPts val="1000"/>
              </a:spcBef>
              <a:spcAft>
                <a:spcPts val="0"/>
              </a:spcAft>
              <a:buClr>
                <a:srgbClr val="000000"/>
              </a:buClr>
              <a:buSzPts val="3000"/>
              <a:buNone/>
              <a:defRPr sz="3000">
                <a:solidFill>
                  <a:srgbClr val="000000"/>
                </a:solidFill>
              </a:defRPr>
            </a:lvl2pPr>
            <a:lvl3pPr lvl="2" algn="ctr">
              <a:lnSpc>
                <a:spcPct val="100000"/>
              </a:lnSpc>
              <a:spcBef>
                <a:spcPts val="1000"/>
              </a:spcBef>
              <a:spcAft>
                <a:spcPts val="0"/>
              </a:spcAft>
              <a:buClr>
                <a:srgbClr val="000000"/>
              </a:buClr>
              <a:buSzPts val="3000"/>
              <a:buNone/>
              <a:defRPr sz="3000">
                <a:solidFill>
                  <a:srgbClr val="000000"/>
                </a:solidFill>
              </a:defRPr>
            </a:lvl3pPr>
            <a:lvl4pPr lvl="3" algn="ctr">
              <a:lnSpc>
                <a:spcPct val="100000"/>
              </a:lnSpc>
              <a:spcBef>
                <a:spcPts val="1000"/>
              </a:spcBef>
              <a:spcAft>
                <a:spcPts val="0"/>
              </a:spcAft>
              <a:buClr>
                <a:srgbClr val="000000"/>
              </a:buClr>
              <a:buSzPts val="3000"/>
              <a:buNone/>
              <a:defRPr sz="3000">
                <a:solidFill>
                  <a:srgbClr val="000000"/>
                </a:solidFill>
              </a:defRPr>
            </a:lvl4pPr>
            <a:lvl5pPr lvl="4" algn="ctr">
              <a:lnSpc>
                <a:spcPct val="100000"/>
              </a:lnSpc>
              <a:spcBef>
                <a:spcPts val="1000"/>
              </a:spcBef>
              <a:spcAft>
                <a:spcPts val="0"/>
              </a:spcAft>
              <a:buClr>
                <a:srgbClr val="000000"/>
              </a:buClr>
              <a:buSzPts val="3000"/>
              <a:buNone/>
              <a:defRPr sz="3000">
                <a:solidFill>
                  <a:srgbClr val="000000"/>
                </a:solidFill>
              </a:defRPr>
            </a:lvl5pPr>
            <a:lvl6pPr lvl="5" algn="ctr">
              <a:lnSpc>
                <a:spcPct val="100000"/>
              </a:lnSpc>
              <a:spcBef>
                <a:spcPts val="1000"/>
              </a:spcBef>
              <a:spcAft>
                <a:spcPts val="0"/>
              </a:spcAft>
              <a:buClr>
                <a:srgbClr val="000000"/>
              </a:buClr>
              <a:buSzPts val="3000"/>
              <a:buNone/>
              <a:defRPr sz="3000">
                <a:solidFill>
                  <a:srgbClr val="000000"/>
                </a:solidFill>
              </a:defRPr>
            </a:lvl6pPr>
            <a:lvl7pPr lvl="6" algn="ctr">
              <a:lnSpc>
                <a:spcPct val="100000"/>
              </a:lnSpc>
              <a:spcBef>
                <a:spcPts val="1000"/>
              </a:spcBef>
              <a:spcAft>
                <a:spcPts val="0"/>
              </a:spcAft>
              <a:buClr>
                <a:srgbClr val="000000"/>
              </a:buClr>
              <a:buSzPts val="3000"/>
              <a:buNone/>
              <a:defRPr sz="3000">
                <a:solidFill>
                  <a:srgbClr val="000000"/>
                </a:solidFill>
              </a:defRPr>
            </a:lvl7pPr>
            <a:lvl8pPr lvl="7" algn="ctr">
              <a:lnSpc>
                <a:spcPct val="100000"/>
              </a:lnSpc>
              <a:spcBef>
                <a:spcPts val="1000"/>
              </a:spcBef>
              <a:spcAft>
                <a:spcPts val="0"/>
              </a:spcAft>
              <a:buClr>
                <a:srgbClr val="000000"/>
              </a:buClr>
              <a:buSzPts val="3000"/>
              <a:buNone/>
              <a:defRPr sz="3000">
                <a:solidFill>
                  <a:srgbClr val="000000"/>
                </a:solidFill>
              </a:defRPr>
            </a:lvl8pPr>
            <a:lvl9pPr lvl="8" algn="ctr">
              <a:lnSpc>
                <a:spcPct val="100000"/>
              </a:lnSpc>
              <a:spcBef>
                <a:spcPts val="1000"/>
              </a:spcBef>
              <a:spcAft>
                <a:spcPts val="1000"/>
              </a:spcAft>
              <a:buClr>
                <a:srgbClr val="000000"/>
              </a:buClr>
              <a:buSzPts val="3000"/>
              <a:buNone/>
              <a:defRPr sz="3000">
                <a:solidFill>
                  <a:srgbClr val="000000"/>
                </a:solidFill>
              </a:defRPr>
            </a:lvl9pPr>
          </a:lstStyle>
          <a:p/>
        </p:txBody>
      </p:sp>
      <p:sp>
        <p:nvSpPr>
          <p:cNvPr id="86" name="Google Shape;86;g1037e35e0a9_0_292"/>
          <p:cNvSpPr/>
          <p:nvPr/>
        </p:nvSpPr>
        <p:spPr>
          <a:xfrm>
            <a:off x="794256" y="560052"/>
            <a:ext cx="7399177" cy="3910731"/>
          </a:xfrm>
          <a:custGeom>
            <a:rect b="b" l="l" r="r" t="t"/>
            <a:pathLst>
              <a:path extrusionOk="0" h="1853427" w="3506719">
                <a:moveTo>
                  <a:pt x="3499305" y="1166353"/>
                </a:moveTo>
                <a:cubicBezTo>
                  <a:pt x="3487751" y="941889"/>
                  <a:pt x="3482379" y="741016"/>
                  <a:pt x="3468150" y="516750"/>
                </a:cubicBezTo>
                <a:cubicBezTo>
                  <a:pt x="3459578" y="392635"/>
                  <a:pt x="3434540" y="262425"/>
                  <a:pt x="3343926" y="170342"/>
                </a:cubicBezTo>
                <a:cubicBezTo>
                  <a:pt x="3249760" y="74400"/>
                  <a:pt x="3105299" y="78500"/>
                  <a:pt x="2981184" y="57847"/>
                </a:cubicBezTo>
                <a:cubicBezTo>
                  <a:pt x="2181223" y="-47983"/>
                  <a:pt x="1370738" y="7114"/>
                  <a:pt x="571983" y="97465"/>
                </a:cubicBezTo>
                <a:cubicBezTo>
                  <a:pt x="583142" y="79706"/>
                  <a:pt x="597415" y="64118"/>
                  <a:pt x="614122" y="51423"/>
                </a:cubicBezTo>
                <a:cubicBezTo>
                  <a:pt x="621729" y="45657"/>
                  <a:pt x="614122" y="33314"/>
                  <a:pt x="606317" y="39277"/>
                </a:cubicBezTo>
                <a:cubicBezTo>
                  <a:pt x="584019" y="56115"/>
                  <a:pt x="565669" y="77601"/>
                  <a:pt x="552470" y="102223"/>
                </a:cubicBezTo>
                <a:cubicBezTo>
                  <a:pt x="551023" y="104503"/>
                  <a:pt x="551176" y="107419"/>
                  <a:pt x="552843" y="109545"/>
                </a:cubicBezTo>
                <a:cubicBezTo>
                  <a:pt x="552996" y="111124"/>
                  <a:pt x="553654" y="112615"/>
                  <a:pt x="554728" y="113799"/>
                </a:cubicBezTo>
                <a:cubicBezTo>
                  <a:pt x="574416" y="135921"/>
                  <a:pt x="597985" y="154271"/>
                  <a:pt x="624273" y="167908"/>
                </a:cubicBezTo>
                <a:cubicBezTo>
                  <a:pt x="632429" y="172162"/>
                  <a:pt x="639401" y="158700"/>
                  <a:pt x="631025" y="154315"/>
                </a:cubicBezTo>
                <a:cubicBezTo>
                  <a:pt x="609956" y="143265"/>
                  <a:pt x="590728" y="129014"/>
                  <a:pt x="574021" y="112067"/>
                </a:cubicBezTo>
                <a:cubicBezTo>
                  <a:pt x="1426426" y="15774"/>
                  <a:pt x="2294047" y="-40901"/>
                  <a:pt x="3145004" y="97048"/>
                </a:cubicBezTo>
                <a:cubicBezTo>
                  <a:pt x="3209331" y="107550"/>
                  <a:pt x="3269536" y="123884"/>
                  <a:pt x="3319414" y="167886"/>
                </a:cubicBezTo>
                <a:cubicBezTo>
                  <a:pt x="3474552" y="310265"/>
                  <a:pt x="3450632" y="540604"/>
                  <a:pt x="3463897" y="732531"/>
                </a:cubicBezTo>
                <a:cubicBezTo>
                  <a:pt x="3470474" y="878856"/>
                  <a:pt x="3477052" y="1001085"/>
                  <a:pt x="3483783" y="1147410"/>
                </a:cubicBezTo>
                <a:cubicBezTo>
                  <a:pt x="3501191" y="1385138"/>
                  <a:pt x="3525965" y="1744218"/>
                  <a:pt x="3230532" y="1813916"/>
                </a:cubicBezTo>
                <a:cubicBezTo>
                  <a:pt x="3161470" y="1826939"/>
                  <a:pt x="3088899" y="1823212"/>
                  <a:pt x="3018938" y="1824396"/>
                </a:cubicBezTo>
                <a:cubicBezTo>
                  <a:pt x="2066294" y="1838384"/>
                  <a:pt x="1110998" y="1858664"/>
                  <a:pt x="159779" y="1795412"/>
                </a:cubicBezTo>
                <a:cubicBezTo>
                  <a:pt x="96198" y="1786642"/>
                  <a:pt x="52897" y="1750883"/>
                  <a:pt x="37988" y="1686381"/>
                </a:cubicBezTo>
                <a:cubicBezTo>
                  <a:pt x="23014" y="1627185"/>
                  <a:pt x="28429" y="1563604"/>
                  <a:pt x="29218" y="1503201"/>
                </a:cubicBezTo>
                <a:cubicBezTo>
                  <a:pt x="32288" y="1285666"/>
                  <a:pt x="37769" y="1068196"/>
                  <a:pt x="45640" y="850771"/>
                </a:cubicBezTo>
                <a:cubicBezTo>
                  <a:pt x="67279" y="849039"/>
                  <a:pt x="84052" y="831170"/>
                  <a:pt x="84403" y="809465"/>
                </a:cubicBezTo>
                <a:cubicBezTo>
                  <a:pt x="84775" y="785085"/>
                  <a:pt x="61119" y="766449"/>
                  <a:pt x="37528" y="771382"/>
                </a:cubicBezTo>
                <a:cubicBezTo>
                  <a:pt x="-10202" y="773070"/>
                  <a:pt x="-12460" y="837024"/>
                  <a:pt x="31082" y="849280"/>
                </a:cubicBezTo>
                <a:cubicBezTo>
                  <a:pt x="22860" y="1075914"/>
                  <a:pt x="17248" y="1302614"/>
                  <a:pt x="14222" y="1529401"/>
                </a:cubicBezTo>
                <a:cubicBezTo>
                  <a:pt x="6724" y="1697563"/>
                  <a:pt x="25184" y="1816372"/>
                  <a:pt x="222900" y="1815955"/>
                </a:cubicBezTo>
                <a:cubicBezTo>
                  <a:pt x="1165853" y="1869451"/>
                  <a:pt x="2110823" y="1854630"/>
                  <a:pt x="3054653" y="1838559"/>
                </a:cubicBezTo>
                <a:cubicBezTo>
                  <a:pt x="3124352" y="1837376"/>
                  <a:pt x="3196834" y="1840752"/>
                  <a:pt x="3264427" y="1820822"/>
                </a:cubicBezTo>
                <a:cubicBezTo>
                  <a:pt x="3445173" y="1765222"/>
                  <a:pt x="3508426" y="1558539"/>
                  <a:pt x="3506606" y="1387089"/>
                </a:cubicBezTo>
                <a:cubicBezTo>
                  <a:pt x="3507527" y="1313642"/>
                  <a:pt x="3502637" y="1239910"/>
                  <a:pt x="3499305" y="1166353"/>
                </a:cubicBezTo>
                <a:close/>
                <a:moveTo>
                  <a:pt x="14683" y="811175"/>
                </a:moveTo>
                <a:cubicBezTo>
                  <a:pt x="12863" y="794424"/>
                  <a:pt x="28933" y="781270"/>
                  <a:pt x="44807" y="788066"/>
                </a:cubicBezTo>
                <a:cubicBezTo>
                  <a:pt x="47241" y="789162"/>
                  <a:pt x="50112" y="788768"/>
                  <a:pt x="52152" y="787036"/>
                </a:cubicBezTo>
                <a:cubicBezTo>
                  <a:pt x="78987" y="795301"/>
                  <a:pt x="73002" y="833713"/>
                  <a:pt x="45815" y="836191"/>
                </a:cubicBezTo>
                <a:cubicBezTo>
                  <a:pt x="30424" y="837594"/>
                  <a:pt x="16656" y="826588"/>
                  <a:pt x="14683" y="811241"/>
                </a:cubicBezTo>
                <a:close/>
              </a:path>
            </a:pathLst>
          </a:custGeom>
          <a:solidFill>
            <a:schemeClr val="dk1"/>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 name="Google Shape;87;g1037e35e0a9_0_292"/>
          <p:cNvSpPr/>
          <p:nvPr/>
        </p:nvSpPr>
        <p:spPr>
          <a:xfrm rot="4673461">
            <a:off x="7546626" y="3625444"/>
            <a:ext cx="814039" cy="1022204"/>
          </a:xfrm>
          <a:custGeom>
            <a:rect b="b" l="l" r="r" t="t"/>
            <a:pathLst>
              <a:path extrusionOk="0" h="484587" w="385904">
                <a:moveTo>
                  <a:pt x="316148" y="219239"/>
                </a:moveTo>
                <a:cubicBezTo>
                  <a:pt x="261491" y="116194"/>
                  <a:pt x="157744" y="32311"/>
                  <a:pt x="38101" y="26786"/>
                </a:cubicBezTo>
                <a:cubicBezTo>
                  <a:pt x="47463" y="22510"/>
                  <a:pt x="56935" y="18432"/>
                  <a:pt x="66471" y="14530"/>
                </a:cubicBezTo>
                <a:cubicBezTo>
                  <a:pt x="75241" y="10978"/>
                  <a:pt x="71273" y="-3010"/>
                  <a:pt x="62086" y="586"/>
                </a:cubicBezTo>
                <a:cubicBezTo>
                  <a:pt x="42552" y="8566"/>
                  <a:pt x="23390" y="17336"/>
                  <a:pt x="4578" y="26895"/>
                </a:cubicBezTo>
                <a:cubicBezTo>
                  <a:pt x="-2854" y="30645"/>
                  <a:pt x="-508" y="42440"/>
                  <a:pt x="6398" y="41585"/>
                </a:cubicBezTo>
                <a:cubicBezTo>
                  <a:pt x="7473" y="41870"/>
                  <a:pt x="8591" y="41957"/>
                  <a:pt x="9709" y="41826"/>
                </a:cubicBezTo>
                <a:cubicBezTo>
                  <a:pt x="22162" y="48710"/>
                  <a:pt x="33190" y="57875"/>
                  <a:pt x="42267" y="68837"/>
                </a:cubicBezTo>
                <a:cubicBezTo>
                  <a:pt x="48231" y="76094"/>
                  <a:pt x="60618" y="67368"/>
                  <a:pt x="54786" y="60265"/>
                </a:cubicBezTo>
                <a:cubicBezTo>
                  <a:pt x="49217" y="53468"/>
                  <a:pt x="42990" y="47241"/>
                  <a:pt x="36216" y="41650"/>
                </a:cubicBezTo>
                <a:cubicBezTo>
                  <a:pt x="257544" y="58730"/>
                  <a:pt x="357411" y="281133"/>
                  <a:pt x="371135" y="478147"/>
                </a:cubicBezTo>
                <a:cubicBezTo>
                  <a:pt x="372034" y="487859"/>
                  <a:pt x="386723" y="485952"/>
                  <a:pt x="385869" y="476678"/>
                </a:cubicBezTo>
                <a:cubicBezTo>
                  <a:pt x="377756" y="387730"/>
                  <a:pt x="358704" y="298409"/>
                  <a:pt x="316148" y="21923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 name="Google Shape;88;g1037e35e0a9_0_292"/>
          <p:cNvSpPr/>
          <p:nvPr/>
        </p:nvSpPr>
        <p:spPr>
          <a:xfrm rot="4673461">
            <a:off x="7996900" y="4294821"/>
            <a:ext cx="185670" cy="335731"/>
          </a:xfrm>
          <a:custGeom>
            <a:rect b="b" l="l" r="r" t="t"/>
            <a:pathLst>
              <a:path extrusionOk="0" h="159157" w="88019">
                <a:moveTo>
                  <a:pt x="87774" y="149186"/>
                </a:moveTo>
                <a:cubicBezTo>
                  <a:pt x="74290" y="95537"/>
                  <a:pt x="49098" y="45526"/>
                  <a:pt x="14041" y="2730"/>
                </a:cubicBezTo>
                <a:cubicBezTo>
                  <a:pt x="8078" y="-4527"/>
                  <a:pt x="-4309" y="4199"/>
                  <a:pt x="1522" y="11302"/>
                </a:cubicBezTo>
                <a:cubicBezTo>
                  <a:pt x="35835" y="53069"/>
                  <a:pt x="60478" y="101916"/>
                  <a:pt x="73676" y="154338"/>
                </a:cubicBezTo>
                <a:cubicBezTo>
                  <a:pt x="76044" y="163678"/>
                  <a:pt x="90032" y="158065"/>
                  <a:pt x="87774" y="149186"/>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 name="Google Shape;89;g1037e35e0a9_0_292"/>
          <p:cNvSpPr/>
          <p:nvPr/>
        </p:nvSpPr>
        <p:spPr>
          <a:xfrm rot="-5167633">
            <a:off x="338201" y="3492220"/>
            <a:ext cx="831049" cy="96136"/>
          </a:xfrm>
          <a:custGeom>
            <a:rect b="b" l="l" r="r" t="t"/>
            <a:pathLst>
              <a:path extrusionOk="0" h="45566" w="393896">
                <a:moveTo>
                  <a:pt x="386461" y="1"/>
                </a:moveTo>
                <a:cubicBezTo>
                  <a:pt x="259364" y="2172"/>
                  <a:pt x="132531" y="12432"/>
                  <a:pt x="6750" y="30696"/>
                </a:cubicBezTo>
                <a:cubicBezTo>
                  <a:pt x="-2393" y="32011"/>
                  <a:pt x="-2305" y="46876"/>
                  <a:pt x="7364" y="45473"/>
                </a:cubicBezTo>
                <a:cubicBezTo>
                  <a:pt x="133145" y="27210"/>
                  <a:pt x="259978" y="16949"/>
                  <a:pt x="387053" y="14778"/>
                </a:cubicBezTo>
                <a:cubicBezTo>
                  <a:pt x="396349" y="14647"/>
                  <a:pt x="396196" y="-152"/>
                  <a:pt x="386461" y="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 name="Google Shape;90;g1037e35e0a9_0_292"/>
          <p:cNvSpPr/>
          <p:nvPr/>
        </p:nvSpPr>
        <p:spPr>
          <a:xfrm rot="-5167633">
            <a:off x="614037" y="2873277"/>
            <a:ext cx="278340" cy="43095"/>
          </a:xfrm>
          <a:custGeom>
            <a:rect b="b" l="l" r="r" t="t"/>
            <a:pathLst>
              <a:path extrusionOk="0" h="20426" w="131926">
                <a:moveTo>
                  <a:pt x="124504" y="198"/>
                </a:moveTo>
                <a:cubicBezTo>
                  <a:pt x="85193" y="-635"/>
                  <a:pt x="45860" y="1163"/>
                  <a:pt x="6791" y="5570"/>
                </a:cubicBezTo>
                <a:cubicBezTo>
                  <a:pt x="-2417" y="6622"/>
                  <a:pt x="-2308" y="21465"/>
                  <a:pt x="7405" y="20369"/>
                </a:cubicBezTo>
                <a:cubicBezTo>
                  <a:pt x="46474" y="15962"/>
                  <a:pt x="85807" y="14164"/>
                  <a:pt x="125118" y="14997"/>
                </a:cubicBezTo>
                <a:cubicBezTo>
                  <a:pt x="134392" y="15194"/>
                  <a:pt x="134195" y="417"/>
                  <a:pt x="124504" y="19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 name="Google Shape;91;g1037e35e0a9_0_292"/>
          <p:cNvSpPr/>
          <p:nvPr/>
        </p:nvSpPr>
        <p:spPr>
          <a:xfrm>
            <a:off x="5262249" y="462245"/>
            <a:ext cx="681049" cy="214332"/>
          </a:xfrm>
          <a:custGeom>
            <a:rect b="b" l="l" r="r" t="t"/>
            <a:pathLst>
              <a:path extrusionOk="0" h="101579" w="322772">
                <a:moveTo>
                  <a:pt x="308867" y="12831"/>
                </a:moveTo>
                <a:cubicBezTo>
                  <a:pt x="298146" y="35457"/>
                  <a:pt x="274994" y="116227"/>
                  <a:pt x="241691" y="74877"/>
                </a:cubicBezTo>
                <a:cubicBezTo>
                  <a:pt x="226606" y="51615"/>
                  <a:pt x="229566" y="5595"/>
                  <a:pt x="194224" y="334"/>
                </a:cubicBezTo>
                <a:cubicBezTo>
                  <a:pt x="178877" y="-1990"/>
                  <a:pt x="165349" y="8161"/>
                  <a:pt x="157325" y="20460"/>
                </a:cubicBezTo>
                <a:cubicBezTo>
                  <a:pt x="146363" y="37211"/>
                  <a:pt x="147130" y="60538"/>
                  <a:pt x="133361" y="75425"/>
                </a:cubicBezTo>
                <a:cubicBezTo>
                  <a:pt x="125907" y="83493"/>
                  <a:pt x="113761" y="87221"/>
                  <a:pt x="105692" y="77925"/>
                </a:cubicBezTo>
                <a:cubicBezTo>
                  <a:pt x="91836" y="58697"/>
                  <a:pt x="101308" y="30480"/>
                  <a:pt x="85040" y="12019"/>
                </a:cubicBezTo>
                <a:cubicBezTo>
                  <a:pt x="56538" y="-22380"/>
                  <a:pt x="11110" y="29318"/>
                  <a:pt x="630" y="55386"/>
                </a:cubicBezTo>
                <a:cubicBezTo>
                  <a:pt x="-3009" y="64441"/>
                  <a:pt x="10145" y="70339"/>
                  <a:pt x="13785" y="61415"/>
                </a:cubicBezTo>
                <a:cubicBezTo>
                  <a:pt x="27992" y="24319"/>
                  <a:pt x="78221" y="-12668"/>
                  <a:pt x="82496" y="51571"/>
                </a:cubicBezTo>
                <a:cubicBezTo>
                  <a:pt x="84097" y="65734"/>
                  <a:pt x="86640" y="82003"/>
                  <a:pt x="98129" y="91803"/>
                </a:cubicBezTo>
                <a:cubicBezTo>
                  <a:pt x="110954" y="102765"/>
                  <a:pt x="128560" y="98863"/>
                  <a:pt x="140355" y="88558"/>
                </a:cubicBezTo>
                <a:cubicBezTo>
                  <a:pt x="155703" y="75184"/>
                  <a:pt x="157632" y="55079"/>
                  <a:pt x="164867" y="37255"/>
                </a:cubicBezTo>
                <a:cubicBezTo>
                  <a:pt x="172102" y="19430"/>
                  <a:pt x="191308" y="5464"/>
                  <a:pt x="205690" y="25086"/>
                </a:cubicBezTo>
                <a:cubicBezTo>
                  <a:pt x="222397" y="47844"/>
                  <a:pt x="217508" y="92066"/>
                  <a:pt x="250965" y="100880"/>
                </a:cubicBezTo>
                <a:cubicBezTo>
                  <a:pt x="294375" y="108729"/>
                  <a:pt x="307464" y="48633"/>
                  <a:pt x="322022" y="18904"/>
                </a:cubicBezTo>
                <a:cubicBezTo>
                  <a:pt x="326034" y="9915"/>
                  <a:pt x="312836" y="4039"/>
                  <a:pt x="308867" y="1283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 name="Google Shape;92;g1037e35e0a9_0_292"/>
          <p:cNvSpPr/>
          <p:nvPr/>
        </p:nvSpPr>
        <p:spPr>
          <a:xfrm>
            <a:off x="2829661" y="4511611"/>
            <a:ext cx="1377041" cy="66908"/>
          </a:xfrm>
          <a:custGeom>
            <a:rect b="b" l="l" r="r" t="t"/>
            <a:pathLst>
              <a:path extrusionOk="0" h="31710" w="652626">
                <a:moveTo>
                  <a:pt x="645179" y="13550"/>
                </a:moveTo>
                <a:cubicBezTo>
                  <a:pt x="432971" y="20774"/>
                  <a:pt x="220527" y="16258"/>
                  <a:pt x="8819" y="23"/>
                </a:cubicBezTo>
                <a:cubicBezTo>
                  <a:pt x="-280" y="-657"/>
                  <a:pt x="-3941" y="13989"/>
                  <a:pt x="5662" y="14712"/>
                </a:cubicBezTo>
                <a:cubicBezTo>
                  <a:pt x="218646" y="31045"/>
                  <a:pt x="432371" y="35612"/>
                  <a:pt x="645859" y="28393"/>
                </a:cubicBezTo>
                <a:cubicBezTo>
                  <a:pt x="655067" y="28043"/>
                  <a:pt x="654914" y="13178"/>
                  <a:pt x="645179" y="1355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 name="Google Shape;93;g1037e35e0a9_0_292"/>
          <p:cNvSpPr/>
          <p:nvPr/>
        </p:nvSpPr>
        <p:spPr>
          <a:xfrm>
            <a:off x="4309554" y="4544979"/>
            <a:ext cx="263959" cy="31226"/>
          </a:xfrm>
          <a:custGeom>
            <a:rect b="b" l="l" r="r" t="t"/>
            <a:pathLst>
              <a:path extrusionOk="0" h="14799" w="125099">
                <a:moveTo>
                  <a:pt x="117661" y="0"/>
                </a:moveTo>
                <a:lnTo>
                  <a:pt x="6833" y="0"/>
                </a:lnTo>
                <a:cubicBezTo>
                  <a:pt x="-2463" y="0"/>
                  <a:pt x="-2288" y="14799"/>
                  <a:pt x="7446" y="14799"/>
                </a:cubicBezTo>
                <a:lnTo>
                  <a:pt x="118275" y="14799"/>
                </a:lnTo>
                <a:cubicBezTo>
                  <a:pt x="127571" y="14887"/>
                  <a:pt x="127374" y="0"/>
                  <a:pt x="117661"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 name="Google Shape;94;g1037e35e0a9_0_292"/>
          <p:cNvSpPr/>
          <p:nvPr/>
        </p:nvSpPr>
        <p:spPr>
          <a:xfrm>
            <a:off x="7710737" y="667122"/>
            <a:ext cx="290374" cy="231224"/>
          </a:xfrm>
          <a:custGeom>
            <a:rect b="b" l="l" r="r" t="t"/>
            <a:pathLst>
              <a:path extrusionOk="0" h="109585" w="137618">
                <a:moveTo>
                  <a:pt x="136999" y="99882"/>
                </a:moveTo>
                <a:cubicBezTo>
                  <a:pt x="113869" y="47085"/>
                  <a:pt x="65635" y="9548"/>
                  <a:pt x="8785" y="104"/>
                </a:cubicBezTo>
                <a:cubicBezTo>
                  <a:pt x="-292" y="-1365"/>
                  <a:pt x="-3910" y="13258"/>
                  <a:pt x="5627" y="14771"/>
                </a:cubicBezTo>
                <a:cubicBezTo>
                  <a:pt x="57435" y="23274"/>
                  <a:pt x="101482" y="57237"/>
                  <a:pt x="122902" y="105166"/>
                </a:cubicBezTo>
                <a:cubicBezTo>
                  <a:pt x="126738" y="113936"/>
                  <a:pt x="140705" y="108323"/>
                  <a:pt x="136999" y="9988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 name="Google Shape;95;g1037e35e0a9_0_292"/>
          <p:cNvSpPr/>
          <p:nvPr/>
        </p:nvSpPr>
        <p:spPr>
          <a:xfrm>
            <a:off x="7865454" y="617025"/>
            <a:ext cx="132428" cy="91243"/>
          </a:xfrm>
          <a:custGeom>
            <a:rect b="b" l="l" r="r" t="t"/>
            <a:pathLst>
              <a:path extrusionOk="0" h="43243" w="62762">
                <a:moveTo>
                  <a:pt x="60351" y="30032"/>
                </a:moveTo>
                <a:cubicBezTo>
                  <a:pt x="45705" y="17367"/>
                  <a:pt x="28955" y="7372"/>
                  <a:pt x="10845" y="500"/>
                </a:cubicBezTo>
                <a:cubicBezTo>
                  <a:pt x="2273" y="-2745"/>
                  <a:pt x="-4765" y="10739"/>
                  <a:pt x="4092" y="14093"/>
                </a:cubicBezTo>
                <a:cubicBezTo>
                  <a:pt x="20996" y="20446"/>
                  <a:pt x="36672" y="29731"/>
                  <a:pt x="50353" y="41521"/>
                </a:cubicBezTo>
                <a:cubicBezTo>
                  <a:pt x="57413" y="47594"/>
                  <a:pt x="67410" y="36127"/>
                  <a:pt x="60351" y="3003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96" name="Shape 96"/>
        <p:cNvGrpSpPr/>
        <p:nvPr/>
      </p:nvGrpSpPr>
      <p:grpSpPr>
        <a:xfrm>
          <a:off x="0" y="0"/>
          <a:ext cx="0" cy="0"/>
          <a:chOff x="0" y="0"/>
          <a:chExt cx="0" cy="0"/>
        </a:xfrm>
      </p:grpSpPr>
      <p:sp>
        <p:nvSpPr>
          <p:cNvPr id="97" name="Google Shape;97;g1037e35e0a9_0_306"/>
          <p:cNvSpPr/>
          <p:nvPr/>
        </p:nvSpPr>
        <p:spPr>
          <a:xfrm rot="-884877">
            <a:off x="7997294" y="3564834"/>
            <a:ext cx="912816" cy="928284"/>
          </a:xfrm>
          <a:custGeom>
            <a:rect b="b" l="l" r="r" t="t"/>
            <a:pathLst>
              <a:path extrusionOk="0" h="559316" w="549996">
                <a:moveTo>
                  <a:pt x="536665" y="198722"/>
                </a:moveTo>
                <a:cubicBezTo>
                  <a:pt x="507988" y="55467"/>
                  <a:pt x="324589" y="-49573"/>
                  <a:pt x="179295" y="24291"/>
                </a:cubicBezTo>
                <a:cubicBezTo>
                  <a:pt x="17974" y="106420"/>
                  <a:pt x="-81169" y="375917"/>
                  <a:pt x="88111" y="512244"/>
                </a:cubicBezTo>
                <a:cubicBezTo>
                  <a:pt x="141168" y="554536"/>
                  <a:pt x="210888" y="558504"/>
                  <a:pt x="276092" y="557584"/>
                </a:cubicBezTo>
                <a:cubicBezTo>
                  <a:pt x="484178" y="579947"/>
                  <a:pt x="588999" y="381814"/>
                  <a:pt x="536665" y="198722"/>
                </a:cubicBezTo>
                <a:close/>
              </a:path>
            </a:pathLst>
          </a:custGeom>
          <a:gradFill>
            <a:gsLst>
              <a:gs pos="0">
                <a:srgbClr val="75DC4D"/>
              </a:gs>
              <a:gs pos="100000">
                <a:srgbClr val="3D8421"/>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 name="Google Shape;98;g1037e35e0a9_0_306"/>
          <p:cNvSpPr/>
          <p:nvPr/>
        </p:nvSpPr>
        <p:spPr>
          <a:xfrm>
            <a:off x="642525" y="331773"/>
            <a:ext cx="6943343" cy="927756"/>
          </a:xfrm>
          <a:custGeom>
            <a:rect b="b" l="l" r="r" t="t"/>
            <a:pathLst>
              <a:path extrusionOk="0" h="399035" w="3290684">
                <a:moveTo>
                  <a:pt x="3288221" y="146895"/>
                </a:moveTo>
                <a:cubicBezTo>
                  <a:pt x="3288879" y="83708"/>
                  <a:pt x="3268160" y="25739"/>
                  <a:pt x="3196488" y="21201"/>
                </a:cubicBezTo>
                <a:cubicBezTo>
                  <a:pt x="2907830" y="16005"/>
                  <a:pt x="2618711" y="18197"/>
                  <a:pt x="2329921" y="14777"/>
                </a:cubicBezTo>
                <a:cubicBezTo>
                  <a:pt x="1580495" y="9866"/>
                  <a:pt x="931222" y="0"/>
                  <a:pt x="181841" y="0"/>
                </a:cubicBezTo>
                <a:cubicBezTo>
                  <a:pt x="-44245" y="0"/>
                  <a:pt x="4866" y="162044"/>
                  <a:pt x="3813" y="206244"/>
                </a:cubicBezTo>
                <a:cubicBezTo>
                  <a:pt x="-6272" y="347395"/>
                  <a:pt x="64456" y="394927"/>
                  <a:pt x="198174" y="383395"/>
                </a:cubicBezTo>
                <a:lnTo>
                  <a:pt x="1064019" y="387780"/>
                </a:lnTo>
                <a:lnTo>
                  <a:pt x="2795708" y="396549"/>
                </a:lnTo>
                <a:cubicBezTo>
                  <a:pt x="2909277" y="397119"/>
                  <a:pt x="3023284" y="400671"/>
                  <a:pt x="3136832" y="398128"/>
                </a:cubicBezTo>
                <a:cubicBezTo>
                  <a:pt x="3275790" y="400627"/>
                  <a:pt x="3299512" y="257767"/>
                  <a:pt x="3288221" y="146895"/>
                </a:cubicBezTo>
                <a:close/>
              </a:path>
            </a:pathLst>
          </a:custGeom>
          <a:gradFill>
            <a:gsLst>
              <a:gs pos="0">
                <a:srgbClr val="75DC4D"/>
              </a:gs>
              <a:gs pos="100000">
                <a:srgbClr val="3D8421"/>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9" name="Google Shape;99;g1037e35e0a9_0_306"/>
          <p:cNvSpPr/>
          <p:nvPr/>
        </p:nvSpPr>
        <p:spPr>
          <a:xfrm>
            <a:off x="368194" y="422127"/>
            <a:ext cx="8379859" cy="4302579"/>
          </a:xfrm>
          <a:custGeom>
            <a:rect b="b" l="l" r="r" t="t"/>
            <a:pathLst>
              <a:path extrusionOk="0" h="2039137" w="3971497">
                <a:moveTo>
                  <a:pt x="3947725" y="299512"/>
                </a:moveTo>
                <a:cubicBezTo>
                  <a:pt x="3924134" y="113307"/>
                  <a:pt x="3885284" y="33501"/>
                  <a:pt x="3686450" y="8902"/>
                </a:cubicBezTo>
                <a:cubicBezTo>
                  <a:pt x="3601997" y="-3398"/>
                  <a:pt x="3538196" y="330"/>
                  <a:pt x="3453085" y="1250"/>
                </a:cubicBezTo>
                <a:cubicBezTo>
                  <a:pt x="2545650" y="21443"/>
                  <a:pt x="1638390" y="51765"/>
                  <a:pt x="731371" y="878"/>
                </a:cubicBezTo>
                <a:cubicBezTo>
                  <a:pt x="642467" y="-87"/>
                  <a:pt x="553519" y="1250"/>
                  <a:pt x="464769" y="6534"/>
                </a:cubicBezTo>
                <a:cubicBezTo>
                  <a:pt x="385183" y="11292"/>
                  <a:pt x="302374" y="15304"/>
                  <a:pt x="224563" y="33743"/>
                </a:cubicBezTo>
                <a:cubicBezTo>
                  <a:pt x="159908" y="49090"/>
                  <a:pt x="106653" y="83204"/>
                  <a:pt x="86570" y="149329"/>
                </a:cubicBezTo>
                <a:cubicBezTo>
                  <a:pt x="9067" y="671747"/>
                  <a:pt x="-7925" y="1209227"/>
                  <a:pt x="2994" y="1737127"/>
                </a:cubicBezTo>
                <a:cubicBezTo>
                  <a:pt x="7729" y="2035301"/>
                  <a:pt x="225024" y="2012784"/>
                  <a:pt x="454881" y="2012828"/>
                </a:cubicBezTo>
                <a:cubicBezTo>
                  <a:pt x="1452075" y="2021379"/>
                  <a:pt x="2463170" y="2030543"/>
                  <a:pt x="3459136" y="2039138"/>
                </a:cubicBezTo>
                <a:cubicBezTo>
                  <a:pt x="3468432" y="2039138"/>
                  <a:pt x="3468235" y="2024426"/>
                  <a:pt x="3458544" y="2024339"/>
                </a:cubicBezTo>
                <a:cubicBezTo>
                  <a:pt x="2395752" y="2013552"/>
                  <a:pt x="1331030" y="2008487"/>
                  <a:pt x="268237" y="1995157"/>
                </a:cubicBezTo>
                <a:cubicBezTo>
                  <a:pt x="201871" y="1991167"/>
                  <a:pt x="129981" y="1978933"/>
                  <a:pt x="80870" y="1929997"/>
                </a:cubicBezTo>
                <a:cubicBezTo>
                  <a:pt x="27856" y="1877181"/>
                  <a:pt x="19898" y="1797332"/>
                  <a:pt x="17289" y="1726406"/>
                </a:cubicBezTo>
                <a:cubicBezTo>
                  <a:pt x="11150" y="1553355"/>
                  <a:pt x="12904" y="1379647"/>
                  <a:pt x="17289" y="1206596"/>
                </a:cubicBezTo>
                <a:cubicBezTo>
                  <a:pt x="24962" y="897125"/>
                  <a:pt x="46317" y="588368"/>
                  <a:pt x="81352" y="280328"/>
                </a:cubicBezTo>
                <a:cubicBezTo>
                  <a:pt x="89990" y="206026"/>
                  <a:pt x="89333" y="112868"/>
                  <a:pt x="163591" y="71825"/>
                </a:cubicBezTo>
                <a:cubicBezTo>
                  <a:pt x="194285" y="54286"/>
                  <a:pt x="229825" y="46349"/>
                  <a:pt x="264444" y="40978"/>
                </a:cubicBezTo>
                <a:cubicBezTo>
                  <a:pt x="347341" y="28174"/>
                  <a:pt x="431728" y="22408"/>
                  <a:pt x="515502" y="18746"/>
                </a:cubicBezTo>
                <a:cubicBezTo>
                  <a:pt x="692894" y="11029"/>
                  <a:pt x="870483" y="17869"/>
                  <a:pt x="1047743" y="26113"/>
                </a:cubicBezTo>
                <a:cubicBezTo>
                  <a:pt x="1755029" y="63845"/>
                  <a:pt x="2462863" y="37711"/>
                  <a:pt x="3170346" y="20654"/>
                </a:cubicBezTo>
                <a:cubicBezTo>
                  <a:pt x="3346028" y="20478"/>
                  <a:pt x="3500947" y="3289"/>
                  <a:pt x="3675948" y="22605"/>
                </a:cubicBezTo>
                <a:cubicBezTo>
                  <a:pt x="3819576" y="42556"/>
                  <a:pt x="3893001" y="73821"/>
                  <a:pt x="3920034" y="229880"/>
                </a:cubicBezTo>
                <a:cubicBezTo>
                  <a:pt x="4003348" y="663591"/>
                  <a:pt x="3918609" y="1093707"/>
                  <a:pt x="3926392" y="1543489"/>
                </a:cubicBezTo>
                <a:cubicBezTo>
                  <a:pt x="3926568" y="1553092"/>
                  <a:pt x="3940665" y="1547436"/>
                  <a:pt x="3940490" y="1538337"/>
                </a:cubicBezTo>
                <a:cubicBezTo>
                  <a:pt x="3933321" y="1127383"/>
                  <a:pt x="4008215" y="711694"/>
                  <a:pt x="3947725" y="29951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 name="Google Shape;100;g1037e35e0a9_0_306"/>
          <p:cNvSpPr txBox="1"/>
          <p:nvPr>
            <p:ph type="title"/>
          </p:nvPr>
        </p:nvSpPr>
        <p:spPr>
          <a:xfrm>
            <a:off x="883375" y="683600"/>
            <a:ext cx="6426300" cy="3963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3400"/>
              <a:buNone/>
              <a:defRPr/>
            </a:lvl1pPr>
            <a:lvl2pPr lvl="1" algn="l">
              <a:lnSpc>
                <a:spcPct val="90000"/>
              </a:lnSpc>
              <a:spcBef>
                <a:spcPts val="0"/>
              </a:spcBef>
              <a:spcAft>
                <a:spcPts val="0"/>
              </a:spcAft>
              <a:buSzPts val="3400"/>
              <a:buNone/>
              <a:defRPr/>
            </a:lvl2pPr>
            <a:lvl3pPr lvl="2" algn="l">
              <a:lnSpc>
                <a:spcPct val="90000"/>
              </a:lnSpc>
              <a:spcBef>
                <a:spcPts val="0"/>
              </a:spcBef>
              <a:spcAft>
                <a:spcPts val="0"/>
              </a:spcAft>
              <a:buSzPts val="3400"/>
              <a:buNone/>
              <a:defRPr/>
            </a:lvl3pPr>
            <a:lvl4pPr lvl="3" algn="l">
              <a:lnSpc>
                <a:spcPct val="90000"/>
              </a:lnSpc>
              <a:spcBef>
                <a:spcPts val="0"/>
              </a:spcBef>
              <a:spcAft>
                <a:spcPts val="0"/>
              </a:spcAft>
              <a:buSzPts val="3400"/>
              <a:buNone/>
              <a:defRPr/>
            </a:lvl4pPr>
            <a:lvl5pPr lvl="4" algn="l">
              <a:lnSpc>
                <a:spcPct val="90000"/>
              </a:lnSpc>
              <a:spcBef>
                <a:spcPts val="0"/>
              </a:spcBef>
              <a:spcAft>
                <a:spcPts val="0"/>
              </a:spcAft>
              <a:buSzPts val="3400"/>
              <a:buNone/>
              <a:defRPr/>
            </a:lvl5pPr>
            <a:lvl6pPr lvl="5" algn="l">
              <a:lnSpc>
                <a:spcPct val="90000"/>
              </a:lnSpc>
              <a:spcBef>
                <a:spcPts val="0"/>
              </a:spcBef>
              <a:spcAft>
                <a:spcPts val="0"/>
              </a:spcAft>
              <a:buSzPts val="3400"/>
              <a:buNone/>
              <a:defRPr/>
            </a:lvl6pPr>
            <a:lvl7pPr lvl="6" algn="l">
              <a:lnSpc>
                <a:spcPct val="90000"/>
              </a:lnSpc>
              <a:spcBef>
                <a:spcPts val="0"/>
              </a:spcBef>
              <a:spcAft>
                <a:spcPts val="0"/>
              </a:spcAft>
              <a:buSzPts val="3400"/>
              <a:buNone/>
              <a:defRPr/>
            </a:lvl7pPr>
            <a:lvl8pPr lvl="7" algn="l">
              <a:lnSpc>
                <a:spcPct val="90000"/>
              </a:lnSpc>
              <a:spcBef>
                <a:spcPts val="0"/>
              </a:spcBef>
              <a:spcAft>
                <a:spcPts val="0"/>
              </a:spcAft>
              <a:buSzPts val="3400"/>
              <a:buNone/>
              <a:defRPr/>
            </a:lvl8pPr>
            <a:lvl9pPr lvl="8" algn="l">
              <a:lnSpc>
                <a:spcPct val="90000"/>
              </a:lnSpc>
              <a:spcBef>
                <a:spcPts val="0"/>
              </a:spcBef>
              <a:spcAft>
                <a:spcPts val="0"/>
              </a:spcAft>
              <a:buSzPts val="3400"/>
              <a:buNone/>
              <a:defRPr/>
            </a:lvl9pPr>
          </a:lstStyle>
          <a:p/>
        </p:txBody>
      </p:sp>
      <p:sp>
        <p:nvSpPr>
          <p:cNvPr id="101" name="Google Shape;101;g1037e35e0a9_0_306"/>
          <p:cNvSpPr txBox="1"/>
          <p:nvPr>
            <p:ph idx="1" type="body"/>
          </p:nvPr>
        </p:nvSpPr>
        <p:spPr>
          <a:xfrm>
            <a:off x="1188175" y="1506350"/>
            <a:ext cx="6426300" cy="2840400"/>
          </a:xfrm>
          <a:prstGeom prst="rect">
            <a:avLst/>
          </a:prstGeom>
          <a:noFill/>
          <a:ln>
            <a:noFill/>
          </a:ln>
        </p:spPr>
        <p:txBody>
          <a:bodyPr anchorCtr="0" anchor="t" bIns="0" lIns="0" spcFirstLastPara="1" rIns="0" wrap="square" tIns="0">
            <a:noAutofit/>
          </a:bodyPr>
          <a:lstStyle>
            <a:lvl1pPr indent="-368300" lvl="0" marL="457200" algn="l">
              <a:lnSpc>
                <a:spcPct val="100000"/>
              </a:lnSpc>
              <a:spcBef>
                <a:spcPts val="0"/>
              </a:spcBef>
              <a:spcAft>
                <a:spcPts val="0"/>
              </a:spcAft>
              <a:buSzPts val="2200"/>
              <a:buChar char="✗"/>
              <a:defRPr/>
            </a:lvl1pPr>
            <a:lvl2pPr indent="-368300" lvl="1" marL="914400" algn="l">
              <a:lnSpc>
                <a:spcPct val="100000"/>
              </a:lnSpc>
              <a:spcBef>
                <a:spcPts val="1000"/>
              </a:spcBef>
              <a:spcAft>
                <a:spcPts val="0"/>
              </a:spcAft>
              <a:buSzPts val="2200"/>
              <a:buChar char="✗"/>
              <a:defRPr/>
            </a:lvl2pPr>
            <a:lvl3pPr indent="-368300" lvl="2" marL="1371600" algn="l">
              <a:lnSpc>
                <a:spcPct val="100000"/>
              </a:lnSpc>
              <a:spcBef>
                <a:spcPts val="1000"/>
              </a:spcBef>
              <a:spcAft>
                <a:spcPts val="0"/>
              </a:spcAft>
              <a:buSzPts val="2200"/>
              <a:buChar char="■"/>
              <a:defRPr/>
            </a:lvl3pPr>
            <a:lvl4pPr indent="-368300" lvl="3" marL="1828800" algn="l">
              <a:lnSpc>
                <a:spcPct val="100000"/>
              </a:lnSpc>
              <a:spcBef>
                <a:spcPts val="1000"/>
              </a:spcBef>
              <a:spcAft>
                <a:spcPts val="0"/>
              </a:spcAft>
              <a:buSzPts val="2200"/>
              <a:buChar char="●"/>
              <a:defRPr/>
            </a:lvl4pPr>
            <a:lvl5pPr indent="-368300" lvl="4" marL="2286000" algn="l">
              <a:lnSpc>
                <a:spcPct val="100000"/>
              </a:lnSpc>
              <a:spcBef>
                <a:spcPts val="1000"/>
              </a:spcBef>
              <a:spcAft>
                <a:spcPts val="0"/>
              </a:spcAft>
              <a:buSzPts val="2200"/>
              <a:buChar char="○"/>
              <a:defRPr/>
            </a:lvl5pPr>
            <a:lvl6pPr indent="-368300" lvl="5" marL="2743200" algn="l">
              <a:lnSpc>
                <a:spcPct val="100000"/>
              </a:lnSpc>
              <a:spcBef>
                <a:spcPts val="1000"/>
              </a:spcBef>
              <a:spcAft>
                <a:spcPts val="0"/>
              </a:spcAft>
              <a:buSzPts val="2200"/>
              <a:buChar char="■"/>
              <a:defRPr/>
            </a:lvl6pPr>
            <a:lvl7pPr indent="-368300" lvl="6" marL="3200400" algn="l">
              <a:lnSpc>
                <a:spcPct val="100000"/>
              </a:lnSpc>
              <a:spcBef>
                <a:spcPts val="1000"/>
              </a:spcBef>
              <a:spcAft>
                <a:spcPts val="0"/>
              </a:spcAft>
              <a:buSzPts val="2200"/>
              <a:buChar char="●"/>
              <a:defRPr/>
            </a:lvl7pPr>
            <a:lvl8pPr indent="-368300" lvl="7" marL="3657600" algn="l">
              <a:lnSpc>
                <a:spcPct val="100000"/>
              </a:lnSpc>
              <a:spcBef>
                <a:spcPts val="1000"/>
              </a:spcBef>
              <a:spcAft>
                <a:spcPts val="0"/>
              </a:spcAft>
              <a:buSzPts val="2200"/>
              <a:buChar char="○"/>
              <a:defRPr/>
            </a:lvl8pPr>
            <a:lvl9pPr indent="-368300" lvl="8" marL="4114800" algn="l">
              <a:lnSpc>
                <a:spcPct val="100000"/>
              </a:lnSpc>
              <a:spcBef>
                <a:spcPts val="1000"/>
              </a:spcBef>
              <a:spcAft>
                <a:spcPts val="1000"/>
              </a:spcAft>
              <a:buSzPts val="2200"/>
              <a:buChar char="■"/>
              <a:defRPr/>
            </a:lvl9pPr>
          </a:lstStyle>
          <a:p/>
        </p:txBody>
      </p:sp>
      <p:sp>
        <p:nvSpPr>
          <p:cNvPr id="102" name="Google Shape;102;g1037e35e0a9_0_306"/>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03" name="Google Shape;103;g1037e35e0a9_0_306"/>
          <p:cNvSpPr/>
          <p:nvPr/>
        </p:nvSpPr>
        <p:spPr>
          <a:xfrm>
            <a:off x="3215361" y="371192"/>
            <a:ext cx="1377041" cy="66908"/>
          </a:xfrm>
          <a:custGeom>
            <a:rect b="b" l="l" r="r" t="t"/>
            <a:pathLst>
              <a:path extrusionOk="0" h="31710" w="652626">
                <a:moveTo>
                  <a:pt x="645179" y="13550"/>
                </a:moveTo>
                <a:cubicBezTo>
                  <a:pt x="432971" y="20774"/>
                  <a:pt x="220527" y="16258"/>
                  <a:pt x="8819" y="23"/>
                </a:cubicBezTo>
                <a:cubicBezTo>
                  <a:pt x="-280" y="-657"/>
                  <a:pt x="-3941" y="13989"/>
                  <a:pt x="5662" y="14712"/>
                </a:cubicBezTo>
                <a:cubicBezTo>
                  <a:pt x="218646" y="31045"/>
                  <a:pt x="432371" y="35612"/>
                  <a:pt x="645859" y="28393"/>
                </a:cubicBezTo>
                <a:cubicBezTo>
                  <a:pt x="655067" y="28043"/>
                  <a:pt x="654914" y="13178"/>
                  <a:pt x="645179" y="1355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 name="Google Shape;104;g1037e35e0a9_0_306"/>
          <p:cNvSpPr/>
          <p:nvPr/>
        </p:nvSpPr>
        <p:spPr>
          <a:xfrm>
            <a:off x="4695254" y="404559"/>
            <a:ext cx="263959" cy="31226"/>
          </a:xfrm>
          <a:custGeom>
            <a:rect b="b" l="l" r="r" t="t"/>
            <a:pathLst>
              <a:path extrusionOk="0" h="14799" w="125099">
                <a:moveTo>
                  <a:pt x="117661" y="0"/>
                </a:moveTo>
                <a:lnTo>
                  <a:pt x="6833" y="0"/>
                </a:lnTo>
                <a:cubicBezTo>
                  <a:pt x="-2463" y="0"/>
                  <a:pt x="-2288" y="14799"/>
                  <a:pt x="7446" y="14799"/>
                </a:cubicBezTo>
                <a:lnTo>
                  <a:pt x="118275" y="14799"/>
                </a:lnTo>
                <a:cubicBezTo>
                  <a:pt x="127571" y="14887"/>
                  <a:pt x="127374" y="0"/>
                  <a:pt x="117661"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 name="Google Shape;105;g1037e35e0a9_0_306"/>
          <p:cNvSpPr/>
          <p:nvPr/>
        </p:nvSpPr>
        <p:spPr>
          <a:xfrm>
            <a:off x="8371587" y="397372"/>
            <a:ext cx="290374" cy="231224"/>
          </a:xfrm>
          <a:custGeom>
            <a:rect b="b" l="l" r="r" t="t"/>
            <a:pathLst>
              <a:path extrusionOk="0" h="109585" w="137618">
                <a:moveTo>
                  <a:pt x="136999" y="99882"/>
                </a:moveTo>
                <a:cubicBezTo>
                  <a:pt x="113869" y="47085"/>
                  <a:pt x="65635" y="9548"/>
                  <a:pt x="8785" y="104"/>
                </a:cubicBezTo>
                <a:cubicBezTo>
                  <a:pt x="-292" y="-1365"/>
                  <a:pt x="-3910" y="13258"/>
                  <a:pt x="5627" y="14771"/>
                </a:cubicBezTo>
                <a:cubicBezTo>
                  <a:pt x="57435" y="23274"/>
                  <a:pt x="101482" y="57237"/>
                  <a:pt x="122902" y="105166"/>
                </a:cubicBezTo>
                <a:cubicBezTo>
                  <a:pt x="126738" y="113936"/>
                  <a:pt x="140705" y="108323"/>
                  <a:pt x="136999" y="9988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 name="Google Shape;106;g1037e35e0a9_0_306"/>
          <p:cNvSpPr/>
          <p:nvPr/>
        </p:nvSpPr>
        <p:spPr>
          <a:xfrm>
            <a:off x="244743" y="4094361"/>
            <a:ext cx="746254" cy="775710"/>
          </a:xfrm>
          <a:custGeom>
            <a:rect b="b" l="l" r="r" t="t"/>
            <a:pathLst>
              <a:path extrusionOk="0" h="367635" w="353675">
                <a:moveTo>
                  <a:pt x="349850" y="316408"/>
                </a:moveTo>
                <a:cubicBezTo>
                  <a:pt x="344216" y="307967"/>
                  <a:pt x="337265" y="300140"/>
                  <a:pt x="331061" y="292094"/>
                </a:cubicBezTo>
                <a:cubicBezTo>
                  <a:pt x="325295" y="284639"/>
                  <a:pt x="312907" y="293387"/>
                  <a:pt x="318542" y="300688"/>
                </a:cubicBezTo>
                <a:cubicBezTo>
                  <a:pt x="320142" y="302661"/>
                  <a:pt x="330951" y="317022"/>
                  <a:pt x="332574" y="318447"/>
                </a:cubicBezTo>
                <a:cubicBezTo>
                  <a:pt x="270198" y="313689"/>
                  <a:pt x="197781" y="305292"/>
                  <a:pt x="142554" y="274598"/>
                </a:cubicBezTo>
                <a:cubicBezTo>
                  <a:pt x="87348" y="239760"/>
                  <a:pt x="52202" y="175937"/>
                  <a:pt x="31747" y="115404"/>
                </a:cubicBezTo>
                <a:cubicBezTo>
                  <a:pt x="20542" y="80171"/>
                  <a:pt x="14804" y="43432"/>
                  <a:pt x="14733" y="6461"/>
                </a:cubicBezTo>
                <a:cubicBezTo>
                  <a:pt x="14733" y="-3318"/>
                  <a:pt x="-44" y="-1323"/>
                  <a:pt x="0" y="7930"/>
                </a:cubicBezTo>
                <a:cubicBezTo>
                  <a:pt x="1184" y="107971"/>
                  <a:pt x="41065" y="213209"/>
                  <a:pt x="119862" y="277470"/>
                </a:cubicBezTo>
                <a:cubicBezTo>
                  <a:pt x="177501" y="318403"/>
                  <a:pt x="263467" y="328116"/>
                  <a:pt x="332705" y="333158"/>
                </a:cubicBezTo>
                <a:cubicBezTo>
                  <a:pt x="322510" y="340196"/>
                  <a:pt x="316437" y="346182"/>
                  <a:pt x="307470" y="353702"/>
                </a:cubicBezTo>
                <a:cubicBezTo>
                  <a:pt x="300301" y="359863"/>
                  <a:pt x="307821" y="372250"/>
                  <a:pt x="315275" y="365848"/>
                </a:cubicBezTo>
                <a:lnTo>
                  <a:pt x="340028" y="344647"/>
                </a:lnTo>
                <a:cubicBezTo>
                  <a:pt x="350048" y="337171"/>
                  <a:pt x="359037" y="328927"/>
                  <a:pt x="349850" y="31640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 name="Google Shape;107;g1037e35e0a9_0_306"/>
          <p:cNvSpPr/>
          <p:nvPr/>
        </p:nvSpPr>
        <p:spPr>
          <a:xfrm>
            <a:off x="8578274" y="2957429"/>
            <a:ext cx="200902" cy="172792"/>
          </a:xfrm>
          <a:custGeom>
            <a:rect b="b" l="l" r="r" t="t"/>
            <a:pathLst>
              <a:path extrusionOk="0" h="81892" w="95214">
                <a:moveTo>
                  <a:pt x="92489" y="65480"/>
                </a:moveTo>
                <a:lnTo>
                  <a:pt x="61028" y="43753"/>
                </a:lnTo>
                <a:cubicBezTo>
                  <a:pt x="70521" y="33157"/>
                  <a:pt x="80036" y="22580"/>
                  <a:pt x="89530" y="12028"/>
                </a:cubicBezTo>
                <a:cubicBezTo>
                  <a:pt x="96107" y="4771"/>
                  <a:pt x="85145" y="-4635"/>
                  <a:pt x="78567" y="2600"/>
                </a:cubicBezTo>
                <a:lnTo>
                  <a:pt x="48991" y="35487"/>
                </a:lnTo>
                <a:lnTo>
                  <a:pt x="12684" y="10383"/>
                </a:lnTo>
                <a:cubicBezTo>
                  <a:pt x="5098" y="5144"/>
                  <a:pt x="-4856" y="16610"/>
                  <a:pt x="2687" y="21872"/>
                </a:cubicBezTo>
                <a:lnTo>
                  <a:pt x="38796" y="46844"/>
                </a:lnTo>
                <a:lnTo>
                  <a:pt x="18275" y="69865"/>
                </a:lnTo>
                <a:cubicBezTo>
                  <a:pt x="11697" y="77122"/>
                  <a:pt x="22660" y="86527"/>
                  <a:pt x="29237" y="79292"/>
                </a:cubicBezTo>
                <a:lnTo>
                  <a:pt x="50942" y="55175"/>
                </a:lnTo>
                <a:lnTo>
                  <a:pt x="82601" y="77100"/>
                </a:lnTo>
                <a:cubicBezTo>
                  <a:pt x="90078" y="82296"/>
                  <a:pt x="100119" y="70829"/>
                  <a:pt x="92489" y="6548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 name="Google Shape;108;g1037e35e0a9_0_306"/>
          <p:cNvSpPr/>
          <p:nvPr/>
        </p:nvSpPr>
        <p:spPr>
          <a:xfrm>
            <a:off x="4853896" y="4607301"/>
            <a:ext cx="851649" cy="155161"/>
          </a:xfrm>
          <a:custGeom>
            <a:rect b="b" l="l" r="r" t="t"/>
            <a:pathLst>
              <a:path extrusionOk="0" h="73536" w="403625">
                <a:moveTo>
                  <a:pt x="402034" y="57995"/>
                </a:moveTo>
                <a:cubicBezTo>
                  <a:pt x="349920" y="-4643"/>
                  <a:pt x="347223" y="-12273"/>
                  <a:pt x="293815" y="54948"/>
                </a:cubicBezTo>
                <a:cubicBezTo>
                  <a:pt x="244682" y="-17404"/>
                  <a:pt x="251829" y="2986"/>
                  <a:pt x="191361" y="49225"/>
                </a:cubicBezTo>
                <a:cubicBezTo>
                  <a:pt x="145320" y="-15189"/>
                  <a:pt x="150911" y="-15343"/>
                  <a:pt x="96669" y="42648"/>
                </a:cubicBezTo>
                <a:cubicBezTo>
                  <a:pt x="86321" y="25893"/>
                  <a:pt x="71785" y="12113"/>
                  <a:pt x="54508" y="2657"/>
                </a:cubicBezTo>
                <a:cubicBezTo>
                  <a:pt x="43897" y="-1442"/>
                  <a:pt x="13290" y="41442"/>
                  <a:pt x="2152" y="49554"/>
                </a:cubicBezTo>
                <a:cubicBezTo>
                  <a:pt x="-4644" y="56548"/>
                  <a:pt x="6230" y="65932"/>
                  <a:pt x="12983" y="58982"/>
                </a:cubicBezTo>
                <a:lnTo>
                  <a:pt x="52009" y="18838"/>
                </a:lnTo>
                <a:cubicBezTo>
                  <a:pt x="82462" y="34426"/>
                  <a:pt x="86825" y="72531"/>
                  <a:pt x="100243" y="59552"/>
                </a:cubicBezTo>
                <a:lnTo>
                  <a:pt x="120852" y="38307"/>
                </a:lnTo>
                <a:cubicBezTo>
                  <a:pt x="130455" y="27871"/>
                  <a:pt x="145298" y="3447"/>
                  <a:pt x="155800" y="26621"/>
                </a:cubicBezTo>
                <a:cubicBezTo>
                  <a:pt x="197105" y="84085"/>
                  <a:pt x="181473" y="72663"/>
                  <a:pt x="233785" y="33330"/>
                </a:cubicBezTo>
                <a:cubicBezTo>
                  <a:pt x="249659" y="14036"/>
                  <a:pt x="257223" y="29405"/>
                  <a:pt x="267264" y="44731"/>
                </a:cubicBezTo>
                <a:lnTo>
                  <a:pt x="286843" y="71040"/>
                </a:lnTo>
                <a:cubicBezTo>
                  <a:pt x="300195" y="86058"/>
                  <a:pt x="326855" y="28594"/>
                  <a:pt x="341106" y="23990"/>
                </a:cubicBezTo>
                <a:cubicBezTo>
                  <a:pt x="357462" y="17522"/>
                  <a:pt x="377238" y="56614"/>
                  <a:pt x="389493" y="66611"/>
                </a:cubicBezTo>
                <a:cubicBezTo>
                  <a:pt x="395632" y="73671"/>
                  <a:pt x="408020" y="64945"/>
                  <a:pt x="402034" y="5799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 name="Google Shape;109;g1037e35e0a9_0_306"/>
          <p:cNvSpPr/>
          <p:nvPr/>
        </p:nvSpPr>
        <p:spPr>
          <a:xfrm>
            <a:off x="8526304" y="347275"/>
            <a:ext cx="132428" cy="91243"/>
          </a:xfrm>
          <a:custGeom>
            <a:rect b="b" l="l" r="r" t="t"/>
            <a:pathLst>
              <a:path extrusionOk="0" h="43243" w="62762">
                <a:moveTo>
                  <a:pt x="60351" y="30032"/>
                </a:moveTo>
                <a:cubicBezTo>
                  <a:pt x="45705" y="17367"/>
                  <a:pt x="28955" y="7372"/>
                  <a:pt x="10845" y="500"/>
                </a:cubicBezTo>
                <a:cubicBezTo>
                  <a:pt x="2273" y="-2745"/>
                  <a:pt x="-4765" y="10739"/>
                  <a:pt x="4092" y="14093"/>
                </a:cubicBezTo>
                <a:cubicBezTo>
                  <a:pt x="20996" y="20446"/>
                  <a:pt x="36672" y="29731"/>
                  <a:pt x="50353" y="41521"/>
                </a:cubicBezTo>
                <a:cubicBezTo>
                  <a:pt x="57413" y="47594"/>
                  <a:pt x="67410" y="36127"/>
                  <a:pt x="60351" y="3003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Half">
  <p:cSld name="BLANK_1_1">
    <p:bg>
      <p:bgPr>
        <a:solidFill>
          <a:schemeClr val="lt1"/>
        </a:solidFill>
      </p:bgPr>
    </p:bg>
    <p:spTree>
      <p:nvGrpSpPr>
        <p:cNvPr id="110" name="Shape 110"/>
        <p:cNvGrpSpPr/>
        <p:nvPr/>
      </p:nvGrpSpPr>
      <p:grpSpPr>
        <a:xfrm>
          <a:off x="0" y="0"/>
          <a:ext cx="0" cy="0"/>
          <a:chOff x="0" y="0"/>
          <a:chExt cx="0" cy="0"/>
        </a:xfrm>
      </p:grpSpPr>
      <p:sp>
        <p:nvSpPr>
          <p:cNvPr id="111" name="Google Shape;111;g1037e35e0a9_0_254"/>
          <p:cNvSpPr/>
          <p:nvPr/>
        </p:nvSpPr>
        <p:spPr>
          <a:xfrm rot="-1760302">
            <a:off x="4588396" y="637188"/>
            <a:ext cx="4206636" cy="4112631"/>
          </a:xfrm>
          <a:custGeom>
            <a:rect b="b" l="l" r="r" t="t"/>
            <a:pathLst>
              <a:path extrusionOk="0" h="559316" w="549996">
                <a:moveTo>
                  <a:pt x="536665" y="198722"/>
                </a:moveTo>
                <a:cubicBezTo>
                  <a:pt x="507988" y="55467"/>
                  <a:pt x="324589" y="-49573"/>
                  <a:pt x="179295" y="24291"/>
                </a:cubicBezTo>
                <a:cubicBezTo>
                  <a:pt x="17974" y="106420"/>
                  <a:pt x="-81169" y="375917"/>
                  <a:pt x="88111" y="512244"/>
                </a:cubicBezTo>
                <a:cubicBezTo>
                  <a:pt x="141168" y="554536"/>
                  <a:pt x="210888" y="558504"/>
                  <a:pt x="276092" y="557584"/>
                </a:cubicBezTo>
                <a:cubicBezTo>
                  <a:pt x="484178" y="579947"/>
                  <a:pt x="588999" y="381814"/>
                  <a:pt x="536665" y="198722"/>
                </a:cubicBezTo>
                <a:close/>
              </a:path>
            </a:pathLst>
          </a:custGeom>
          <a:gradFill>
            <a:gsLst>
              <a:gs pos="0">
                <a:srgbClr val="75DC4D"/>
              </a:gs>
              <a:gs pos="100000">
                <a:srgbClr val="3D8421"/>
              </a:gs>
            </a:gsLst>
            <a:lin ang="5400012"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 name="Google Shape;112;g1037e35e0a9_0_254"/>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grpSp>
        <p:nvGrpSpPr>
          <p:cNvPr id="113" name="Google Shape;113;g1037e35e0a9_0_254"/>
          <p:cNvGrpSpPr/>
          <p:nvPr/>
        </p:nvGrpSpPr>
        <p:grpSpPr>
          <a:xfrm>
            <a:off x="4377287" y="431563"/>
            <a:ext cx="4360802" cy="4280374"/>
            <a:chOff x="576654" y="555403"/>
            <a:chExt cx="3865959" cy="3794658"/>
          </a:xfrm>
        </p:grpSpPr>
        <p:sp>
          <p:nvSpPr>
            <p:cNvPr id="114" name="Google Shape;114;g1037e35e0a9_0_254"/>
            <p:cNvSpPr/>
            <p:nvPr/>
          </p:nvSpPr>
          <p:spPr>
            <a:xfrm>
              <a:off x="619289" y="555403"/>
              <a:ext cx="3823324" cy="3794658"/>
            </a:xfrm>
            <a:custGeom>
              <a:rect b="b" l="l" r="r" t="t"/>
              <a:pathLst>
                <a:path extrusionOk="0" h="1798416" w="1812002">
                  <a:moveTo>
                    <a:pt x="1803580" y="754533"/>
                  </a:moveTo>
                  <a:cubicBezTo>
                    <a:pt x="1755126" y="365965"/>
                    <a:pt x="1420404" y="43389"/>
                    <a:pt x="1031243" y="5415"/>
                  </a:cubicBezTo>
                  <a:cubicBezTo>
                    <a:pt x="982060" y="-66"/>
                    <a:pt x="932504" y="-1381"/>
                    <a:pt x="883099" y="1447"/>
                  </a:cubicBezTo>
                  <a:cubicBezTo>
                    <a:pt x="873803" y="1973"/>
                    <a:pt x="873957" y="16794"/>
                    <a:pt x="883691" y="16246"/>
                  </a:cubicBezTo>
                  <a:cubicBezTo>
                    <a:pt x="1757494" y="-18263"/>
                    <a:pt x="2121442" y="1058868"/>
                    <a:pt x="1445508" y="1590605"/>
                  </a:cubicBezTo>
                  <a:cubicBezTo>
                    <a:pt x="1154174" y="1812547"/>
                    <a:pt x="730088" y="1849314"/>
                    <a:pt x="411765" y="1663262"/>
                  </a:cubicBezTo>
                  <a:cubicBezTo>
                    <a:pt x="67769" y="1470874"/>
                    <a:pt x="-50821" y="1022824"/>
                    <a:pt x="50843" y="658548"/>
                  </a:cubicBezTo>
                  <a:cubicBezTo>
                    <a:pt x="145996" y="257328"/>
                    <a:pt x="571617" y="-46393"/>
                    <a:pt x="981233" y="77876"/>
                  </a:cubicBezTo>
                  <a:cubicBezTo>
                    <a:pt x="990003" y="80529"/>
                    <a:pt x="993533" y="65949"/>
                    <a:pt x="984391" y="63186"/>
                  </a:cubicBezTo>
                  <a:cubicBezTo>
                    <a:pt x="621232" y="-46436"/>
                    <a:pt x="223477" y="180680"/>
                    <a:pt x="83292" y="523010"/>
                  </a:cubicBezTo>
                  <a:cubicBezTo>
                    <a:pt x="-163184" y="1097697"/>
                    <a:pt x="154152" y="1768368"/>
                    <a:pt x="813533" y="1796542"/>
                  </a:cubicBezTo>
                  <a:cubicBezTo>
                    <a:pt x="1393503" y="1832827"/>
                    <a:pt x="1882662" y="1337310"/>
                    <a:pt x="1803580" y="754533"/>
                  </a:cubicBezTo>
                  <a:close/>
                </a:path>
              </a:pathLst>
            </a:custGeom>
            <a:solidFill>
              <a:schemeClr val="dk1"/>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5" name="Google Shape;115;g1037e35e0a9_0_254"/>
            <p:cNvSpPr/>
            <p:nvPr/>
          </p:nvSpPr>
          <p:spPr>
            <a:xfrm>
              <a:off x="576654" y="3067330"/>
              <a:ext cx="620488" cy="986037"/>
            </a:xfrm>
            <a:custGeom>
              <a:rect b="b" l="l" r="r" t="t"/>
              <a:pathLst>
                <a:path extrusionOk="0" h="467316" w="294070">
                  <a:moveTo>
                    <a:pt x="291610" y="454155"/>
                  </a:moveTo>
                  <a:cubicBezTo>
                    <a:pt x="153814" y="339512"/>
                    <a:pt x="54825" y="179550"/>
                    <a:pt x="14308" y="4834"/>
                  </a:cubicBezTo>
                  <a:cubicBezTo>
                    <a:pt x="12116" y="-4528"/>
                    <a:pt x="-1872" y="1084"/>
                    <a:pt x="211" y="10007"/>
                  </a:cubicBezTo>
                  <a:cubicBezTo>
                    <a:pt x="42374" y="188276"/>
                    <a:pt x="141091" y="348128"/>
                    <a:pt x="281612" y="465666"/>
                  </a:cubicBezTo>
                  <a:cubicBezTo>
                    <a:pt x="288760" y="471585"/>
                    <a:pt x="298757" y="460141"/>
                    <a:pt x="291610" y="454155"/>
                  </a:cubicBezTo>
                  <a:close/>
                </a:path>
              </a:pathLst>
            </a:custGeom>
            <a:solidFill>
              <a:schemeClr val="dk1"/>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 name="Google Shape;116;g1037e35e0a9_0_254"/>
            <p:cNvSpPr/>
            <p:nvPr/>
          </p:nvSpPr>
          <p:spPr>
            <a:xfrm>
              <a:off x="625052" y="3542878"/>
              <a:ext cx="246686" cy="335935"/>
            </a:xfrm>
            <a:custGeom>
              <a:rect b="b" l="l" r="r" t="t"/>
              <a:pathLst>
                <a:path extrusionOk="0" h="159211" w="116913">
                  <a:moveTo>
                    <a:pt x="114759" y="145770"/>
                  </a:moveTo>
                  <a:cubicBezTo>
                    <a:pt x="73155" y="104376"/>
                    <a:pt x="38848" y="56252"/>
                    <a:pt x="13292" y="3435"/>
                  </a:cubicBezTo>
                  <a:cubicBezTo>
                    <a:pt x="9193" y="-5027"/>
                    <a:pt x="-3195" y="3808"/>
                    <a:pt x="774" y="12030"/>
                  </a:cubicBezTo>
                  <a:cubicBezTo>
                    <a:pt x="27012" y="65964"/>
                    <a:pt x="62178" y="115053"/>
                    <a:pt x="104784" y="157258"/>
                  </a:cubicBezTo>
                  <a:cubicBezTo>
                    <a:pt x="111361" y="163814"/>
                    <a:pt x="121337" y="152303"/>
                    <a:pt x="114759" y="145770"/>
                  </a:cubicBezTo>
                  <a:close/>
                </a:path>
              </a:pathLst>
            </a:custGeom>
            <a:solidFill>
              <a:schemeClr val="dk1"/>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 name="Google Shape;117;g1037e35e0a9_0_254"/>
            <p:cNvSpPr/>
            <p:nvPr/>
          </p:nvSpPr>
          <p:spPr>
            <a:xfrm>
              <a:off x="3508732" y="703042"/>
              <a:ext cx="736985" cy="678722"/>
            </a:xfrm>
            <a:custGeom>
              <a:rect b="b" l="l" r="r" t="t"/>
              <a:pathLst>
                <a:path extrusionOk="0" h="321669" w="349282">
                  <a:moveTo>
                    <a:pt x="348469" y="309928"/>
                  </a:moveTo>
                  <a:cubicBezTo>
                    <a:pt x="278003" y="170664"/>
                    <a:pt x="156037" y="58585"/>
                    <a:pt x="11050" y="551"/>
                  </a:cubicBezTo>
                  <a:cubicBezTo>
                    <a:pt x="2543" y="-2847"/>
                    <a:pt x="-4823" y="10439"/>
                    <a:pt x="3968" y="13969"/>
                  </a:cubicBezTo>
                  <a:cubicBezTo>
                    <a:pt x="146478" y="70973"/>
                    <a:pt x="266844" y="180859"/>
                    <a:pt x="335709" y="318194"/>
                  </a:cubicBezTo>
                  <a:cubicBezTo>
                    <a:pt x="339918" y="326613"/>
                    <a:pt x="352591" y="318107"/>
                    <a:pt x="348469" y="309928"/>
                  </a:cubicBezTo>
                  <a:close/>
                </a:path>
              </a:pathLst>
            </a:custGeom>
            <a:solidFill>
              <a:schemeClr val="dk1"/>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 name="Google Shape;118;g1037e35e0a9_0_254"/>
            <p:cNvSpPr/>
            <p:nvPr/>
          </p:nvSpPr>
          <p:spPr>
            <a:xfrm>
              <a:off x="4237875" y="1405342"/>
              <a:ext cx="51220" cy="74504"/>
            </a:xfrm>
            <a:custGeom>
              <a:rect b="b" l="l" r="r" t="t"/>
              <a:pathLst>
                <a:path extrusionOk="0" h="35310" w="24275">
                  <a:moveTo>
                    <a:pt x="23295" y="23713"/>
                  </a:moveTo>
                  <a:lnTo>
                    <a:pt x="13692" y="3323"/>
                  </a:lnTo>
                  <a:cubicBezTo>
                    <a:pt x="8452" y="-4658"/>
                    <a:pt x="-3475" y="3191"/>
                    <a:pt x="975" y="11588"/>
                  </a:cubicBezTo>
                  <a:cubicBezTo>
                    <a:pt x="4176" y="18384"/>
                    <a:pt x="7371" y="25181"/>
                    <a:pt x="10556" y="31978"/>
                  </a:cubicBezTo>
                  <a:cubicBezTo>
                    <a:pt x="15906" y="39980"/>
                    <a:pt x="27745" y="32109"/>
                    <a:pt x="23295" y="23713"/>
                  </a:cubicBezTo>
                  <a:close/>
                </a:path>
              </a:pathLst>
            </a:custGeom>
            <a:solidFill>
              <a:schemeClr val="dk1"/>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19" name="Google Shape;119;g1037e35e0a9_0_254"/>
          <p:cNvSpPr/>
          <p:nvPr/>
        </p:nvSpPr>
        <p:spPr>
          <a:xfrm rot="2700000">
            <a:off x="4969709" y="954676"/>
            <a:ext cx="200969" cy="172851"/>
          </a:xfrm>
          <a:custGeom>
            <a:rect b="b" l="l" r="r" t="t"/>
            <a:pathLst>
              <a:path extrusionOk="0" h="81892" w="95214">
                <a:moveTo>
                  <a:pt x="92489" y="65480"/>
                </a:moveTo>
                <a:lnTo>
                  <a:pt x="61028" y="43753"/>
                </a:lnTo>
                <a:cubicBezTo>
                  <a:pt x="70521" y="33157"/>
                  <a:pt x="80036" y="22580"/>
                  <a:pt x="89530" y="12028"/>
                </a:cubicBezTo>
                <a:cubicBezTo>
                  <a:pt x="96107" y="4771"/>
                  <a:pt x="85145" y="-4635"/>
                  <a:pt x="78567" y="2600"/>
                </a:cubicBezTo>
                <a:lnTo>
                  <a:pt x="48991" y="35487"/>
                </a:lnTo>
                <a:lnTo>
                  <a:pt x="12684" y="10383"/>
                </a:lnTo>
                <a:cubicBezTo>
                  <a:pt x="5098" y="5144"/>
                  <a:pt x="-4856" y="16610"/>
                  <a:pt x="2687" y="21872"/>
                </a:cubicBezTo>
                <a:lnTo>
                  <a:pt x="38796" y="46844"/>
                </a:lnTo>
                <a:lnTo>
                  <a:pt x="18275" y="69865"/>
                </a:lnTo>
                <a:cubicBezTo>
                  <a:pt x="11697" y="77122"/>
                  <a:pt x="22660" y="86527"/>
                  <a:pt x="29237" y="79292"/>
                </a:cubicBezTo>
                <a:lnTo>
                  <a:pt x="50942" y="55175"/>
                </a:lnTo>
                <a:lnTo>
                  <a:pt x="82601" y="77100"/>
                </a:lnTo>
                <a:cubicBezTo>
                  <a:pt x="90078" y="82296"/>
                  <a:pt x="100119" y="70829"/>
                  <a:pt x="92489" y="6548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 name="Google Shape;120;g1037e35e0a9_0_254"/>
          <p:cNvSpPr/>
          <p:nvPr/>
        </p:nvSpPr>
        <p:spPr>
          <a:xfrm rot="8434612">
            <a:off x="7810734" y="3959264"/>
            <a:ext cx="540275" cy="264310"/>
          </a:xfrm>
          <a:custGeom>
            <a:rect b="b" l="l" r="r" t="t"/>
            <a:pathLst>
              <a:path extrusionOk="0" h="125260" w="256043">
                <a:moveTo>
                  <a:pt x="122835" y="3891"/>
                </a:moveTo>
                <a:cubicBezTo>
                  <a:pt x="106677" y="35258"/>
                  <a:pt x="90541" y="66632"/>
                  <a:pt x="74404" y="98013"/>
                </a:cubicBezTo>
                <a:cubicBezTo>
                  <a:pt x="67103" y="82972"/>
                  <a:pt x="59737" y="67939"/>
                  <a:pt x="52348" y="52914"/>
                </a:cubicBezTo>
                <a:cubicBezTo>
                  <a:pt x="49783" y="47630"/>
                  <a:pt x="41583" y="45218"/>
                  <a:pt x="38602" y="51708"/>
                </a:cubicBezTo>
                <a:cubicBezTo>
                  <a:pt x="30007" y="70416"/>
                  <a:pt x="17598" y="87110"/>
                  <a:pt x="2141" y="100709"/>
                </a:cubicBezTo>
                <a:cubicBezTo>
                  <a:pt x="-4787" y="106848"/>
                  <a:pt x="6723" y="116802"/>
                  <a:pt x="13629" y="110685"/>
                </a:cubicBezTo>
                <a:cubicBezTo>
                  <a:pt x="26258" y="99453"/>
                  <a:pt x="36979" y="86235"/>
                  <a:pt x="45354" y="71550"/>
                </a:cubicBezTo>
                <a:lnTo>
                  <a:pt x="67432" y="116670"/>
                </a:lnTo>
                <a:cubicBezTo>
                  <a:pt x="70107" y="122174"/>
                  <a:pt x="77978" y="124147"/>
                  <a:pt x="81179" y="117876"/>
                </a:cubicBezTo>
                <a:lnTo>
                  <a:pt x="128580" y="25793"/>
                </a:lnTo>
                <a:cubicBezTo>
                  <a:pt x="139147" y="55900"/>
                  <a:pt x="147259" y="86822"/>
                  <a:pt x="152784" y="118249"/>
                </a:cubicBezTo>
                <a:cubicBezTo>
                  <a:pt x="153969" y="125024"/>
                  <a:pt x="163462" y="128422"/>
                  <a:pt x="166970" y="121318"/>
                </a:cubicBezTo>
                <a:cubicBezTo>
                  <a:pt x="177515" y="99979"/>
                  <a:pt x="188039" y="78638"/>
                  <a:pt x="198585" y="57299"/>
                </a:cubicBezTo>
                <a:cubicBezTo>
                  <a:pt x="214107" y="75321"/>
                  <a:pt x="228819" y="94022"/>
                  <a:pt x="242434" y="113469"/>
                </a:cubicBezTo>
                <a:cubicBezTo>
                  <a:pt x="247959" y="121297"/>
                  <a:pt x="260259" y="113711"/>
                  <a:pt x="254580" y="105686"/>
                </a:cubicBezTo>
                <a:cubicBezTo>
                  <a:pt x="238509" y="82896"/>
                  <a:pt x="221145" y="61039"/>
                  <a:pt x="202575" y="40220"/>
                </a:cubicBezTo>
                <a:cubicBezTo>
                  <a:pt x="199023" y="36229"/>
                  <a:pt x="192512" y="35089"/>
                  <a:pt x="189705" y="40746"/>
                </a:cubicBezTo>
                <a:lnTo>
                  <a:pt x="163001" y="94899"/>
                </a:lnTo>
                <a:cubicBezTo>
                  <a:pt x="156468" y="64295"/>
                  <a:pt x="147566" y="34241"/>
                  <a:pt x="136407" y="5009"/>
                </a:cubicBezTo>
                <a:cubicBezTo>
                  <a:pt x="134324" y="-823"/>
                  <a:pt x="125861" y="-2029"/>
                  <a:pt x="122835" y="3891"/>
                </a:cubicBezTo>
                <a:close/>
              </a:path>
            </a:pathLst>
          </a:custGeom>
          <a:solidFill>
            <a:schemeClr val="dk1"/>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Dark">
  <p:cSld name="BLANK_1">
    <p:bg>
      <p:bgPr>
        <a:solidFill>
          <a:schemeClr val="dk1"/>
        </a:solidFill>
      </p:bgPr>
    </p:bg>
    <p:spTree>
      <p:nvGrpSpPr>
        <p:cNvPr id="121" name="Shape 121"/>
        <p:cNvGrpSpPr/>
        <p:nvPr/>
      </p:nvGrpSpPr>
      <p:grpSpPr>
        <a:xfrm>
          <a:off x="0" y="0"/>
          <a:ext cx="0" cy="0"/>
          <a:chOff x="0" y="0"/>
          <a:chExt cx="0" cy="0"/>
        </a:xfrm>
      </p:grpSpPr>
      <p:sp>
        <p:nvSpPr>
          <p:cNvPr id="122" name="Google Shape;122;g1037e35e0a9_0_242"/>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500"/>
              <a:buFont typeface="Arial"/>
              <a:buNone/>
              <a:defRPr b="1" i="0" sz="15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500"/>
              <a:buFont typeface="Arial"/>
              <a:buNone/>
              <a:defRPr b="1" i="0" sz="15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500"/>
              <a:buFont typeface="Arial"/>
              <a:buNone/>
              <a:defRPr b="1" i="0" sz="15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500"/>
              <a:buFont typeface="Arial"/>
              <a:buNone/>
              <a:defRPr b="1" i="0" sz="15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500"/>
              <a:buFont typeface="Arial"/>
              <a:buNone/>
              <a:defRPr b="1" i="0" sz="15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500"/>
              <a:buFont typeface="Arial"/>
              <a:buNone/>
              <a:defRPr b="1" i="0" sz="15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500"/>
              <a:buFont typeface="Arial"/>
              <a:buNone/>
              <a:defRPr b="1" i="0" sz="15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500"/>
              <a:buFont typeface="Arial"/>
              <a:buNone/>
              <a:defRPr b="1" i="0" sz="15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500"/>
              <a:buFont typeface="Arial"/>
              <a:buNone/>
              <a:defRPr b="1" i="0" sz="15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g1037e35e0a9_0_242"/>
          <p:cNvSpPr/>
          <p:nvPr/>
        </p:nvSpPr>
        <p:spPr>
          <a:xfrm>
            <a:off x="368194" y="422127"/>
            <a:ext cx="8379859" cy="4302579"/>
          </a:xfrm>
          <a:custGeom>
            <a:rect b="b" l="l" r="r" t="t"/>
            <a:pathLst>
              <a:path extrusionOk="0" h="2039137" w="3971497">
                <a:moveTo>
                  <a:pt x="3947725" y="299512"/>
                </a:moveTo>
                <a:cubicBezTo>
                  <a:pt x="3924134" y="113307"/>
                  <a:pt x="3885284" y="33501"/>
                  <a:pt x="3686450" y="8902"/>
                </a:cubicBezTo>
                <a:cubicBezTo>
                  <a:pt x="3601997" y="-3398"/>
                  <a:pt x="3538196" y="330"/>
                  <a:pt x="3453085" y="1250"/>
                </a:cubicBezTo>
                <a:cubicBezTo>
                  <a:pt x="2545650" y="21443"/>
                  <a:pt x="1638390" y="51765"/>
                  <a:pt x="731371" y="878"/>
                </a:cubicBezTo>
                <a:cubicBezTo>
                  <a:pt x="642467" y="-87"/>
                  <a:pt x="553519" y="1250"/>
                  <a:pt x="464769" y="6534"/>
                </a:cubicBezTo>
                <a:cubicBezTo>
                  <a:pt x="385183" y="11292"/>
                  <a:pt x="302374" y="15304"/>
                  <a:pt x="224563" y="33743"/>
                </a:cubicBezTo>
                <a:cubicBezTo>
                  <a:pt x="159908" y="49090"/>
                  <a:pt x="106653" y="83204"/>
                  <a:pt x="86570" y="149329"/>
                </a:cubicBezTo>
                <a:cubicBezTo>
                  <a:pt x="9067" y="671747"/>
                  <a:pt x="-7925" y="1209227"/>
                  <a:pt x="2994" y="1737127"/>
                </a:cubicBezTo>
                <a:cubicBezTo>
                  <a:pt x="7729" y="2035301"/>
                  <a:pt x="225024" y="2012784"/>
                  <a:pt x="454881" y="2012828"/>
                </a:cubicBezTo>
                <a:cubicBezTo>
                  <a:pt x="1452075" y="2021379"/>
                  <a:pt x="2463170" y="2030543"/>
                  <a:pt x="3459136" y="2039138"/>
                </a:cubicBezTo>
                <a:cubicBezTo>
                  <a:pt x="3468432" y="2039138"/>
                  <a:pt x="3468235" y="2024426"/>
                  <a:pt x="3458544" y="2024339"/>
                </a:cubicBezTo>
                <a:cubicBezTo>
                  <a:pt x="2395752" y="2013552"/>
                  <a:pt x="1331030" y="2008487"/>
                  <a:pt x="268237" y="1995157"/>
                </a:cubicBezTo>
                <a:cubicBezTo>
                  <a:pt x="201871" y="1991167"/>
                  <a:pt x="129981" y="1978933"/>
                  <a:pt x="80870" y="1929997"/>
                </a:cubicBezTo>
                <a:cubicBezTo>
                  <a:pt x="27856" y="1877181"/>
                  <a:pt x="19898" y="1797332"/>
                  <a:pt x="17289" y="1726406"/>
                </a:cubicBezTo>
                <a:cubicBezTo>
                  <a:pt x="11150" y="1553355"/>
                  <a:pt x="12904" y="1379647"/>
                  <a:pt x="17289" y="1206596"/>
                </a:cubicBezTo>
                <a:cubicBezTo>
                  <a:pt x="24962" y="897125"/>
                  <a:pt x="46317" y="588368"/>
                  <a:pt x="81352" y="280328"/>
                </a:cubicBezTo>
                <a:cubicBezTo>
                  <a:pt x="89990" y="206026"/>
                  <a:pt x="89333" y="112868"/>
                  <a:pt x="163591" y="71825"/>
                </a:cubicBezTo>
                <a:cubicBezTo>
                  <a:pt x="194285" y="54286"/>
                  <a:pt x="229825" y="46349"/>
                  <a:pt x="264444" y="40978"/>
                </a:cubicBezTo>
                <a:cubicBezTo>
                  <a:pt x="347341" y="28174"/>
                  <a:pt x="431728" y="22408"/>
                  <a:pt x="515502" y="18746"/>
                </a:cubicBezTo>
                <a:cubicBezTo>
                  <a:pt x="692894" y="11029"/>
                  <a:pt x="870483" y="17869"/>
                  <a:pt x="1047743" y="26113"/>
                </a:cubicBezTo>
                <a:cubicBezTo>
                  <a:pt x="1755029" y="63845"/>
                  <a:pt x="2462863" y="37711"/>
                  <a:pt x="3170346" y="20654"/>
                </a:cubicBezTo>
                <a:cubicBezTo>
                  <a:pt x="3346028" y="20478"/>
                  <a:pt x="3500947" y="3289"/>
                  <a:pt x="3675948" y="22605"/>
                </a:cubicBezTo>
                <a:cubicBezTo>
                  <a:pt x="3819576" y="42556"/>
                  <a:pt x="3893001" y="73821"/>
                  <a:pt x="3920034" y="229880"/>
                </a:cubicBezTo>
                <a:cubicBezTo>
                  <a:pt x="4003348" y="663591"/>
                  <a:pt x="3918609" y="1093707"/>
                  <a:pt x="3926392" y="1543489"/>
                </a:cubicBezTo>
                <a:cubicBezTo>
                  <a:pt x="3926568" y="1553092"/>
                  <a:pt x="3940665" y="1547436"/>
                  <a:pt x="3940490" y="1538337"/>
                </a:cubicBezTo>
                <a:cubicBezTo>
                  <a:pt x="3933321" y="1127383"/>
                  <a:pt x="4008215" y="711694"/>
                  <a:pt x="3947725" y="299512"/>
                </a:cubicBezTo>
                <a:close/>
              </a:path>
            </a:pathLst>
          </a:custGeom>
          <a:solidFill>
            <a:srgbClr val="F1C23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 name="Google Shape;124;g1037e35e0a9_0_242"/>
          <p:cNvSpPr/>
          <p:nvPr/>
        </p:nvSpPr>
        <p:spPr>
          <a:xfrm rot="-5673298">
            <a:off x="2374092" y="4308014"/>
            <a:ext cx="113285" cy="953670"/>
          </a:xfrm>
          <a:custGeom>
            <a:rect b="b" l="l" r="r" t="t"/>
            <a:pathLst>
              <a:path extrusionOk="0" h="452156" w="53711">
                <a:moveTo>
                  <a:pt x="39194" y="6047"/>
                </a:moveTo>
                <a:cubicBezTo>
                  <a:pt x="16217" y="151582"/>
                  <a:pt x="8039" y="298805"/>
                  <a:pt x="15" y="445744"/>
                </a:cubicBezTo>
                <a:cubicBezTo>
                  <a:pt x="-533" y="455478"/>
                  <a:pt x="14244" y="453439"/>
                  <a:pt x="14748" y="444275"/>
                </a:cubicBezTo>
                <a:cubicBezTo>
                  <a:pt x="22707" y="298586"/>
                  <a:pt x="30819" y="152678"/>
                  <a:pt x="53598" y="8393"/>
                </a:cubicBezTo>
                <a:cubicBezTo>
                  <a:pt x="55133" y="-1298"/>
                  <a:pt x="40597" y="-3271"/>
                  <a:pt x="39194" y="6047"/>
                </a:cubicBezTo>
                <a:close/>
              </a:path>
            </a:pathLst>
          </a:custGeom>
          <a:solidFill>
            <a:srgbClr val="F1C23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 name="Google Shape;125;g1037e35e0a9_0_242"/>
          <p:cNvSpPr/>
          <p:nvPr/>
        </p:nvSpPr>
        <p:spPr>
          <a:xfrm rot="-5673298">
            <a:off x="2213926" y="4684679"/>
            <a:ext cx="80405" cy="398880"/>
          </a:xfrm>
          <a:custGeom>
            <a:rect b="b" l="l" r="r" t="t"/>
            <a:pathLst>
              <a:path extrusionOk="0" h="189118" w="38122">
                <a:moveTo>
                  <a:pt x="23673" y="6072"/>
                </a:moveTo>
                <a:cubicBezTo>
                  <a:pt x="15809" y="64288"/>
                  <a:pt x="7945" y="122498"/>
                  <a:pt x="82" y="180701"/>
                </a:cubicBezTo>
                <a:cubicBezTo>
                  <a:pt x="-1212" y="190414"/>
                  <a:pt x="13237" y="192409"/>
                  <a:pt x="14486" y="183047"/>
                </a:cubicBezTo>
                <a:cubicBezTo>
                  <a:pt x="22364" y="124844"/>
                  <a:pt x="30213" y="66634"/>
                  <a:pt x="38033" y="8418"/>
                </a:cubicBezTo>
                <a:cubicBezTo>
                  <a:pt x="39393" y="-1295"/>
                  <a:pt x="24879" y="-3290"/>
                  <a:pt x="23673" y="6072"/>
                </a:cubicBezTo>
                <a:close/>
              </a:path>
            </a:pathLst>
          </a:custGeom>
          <a:solidFill>
            <a:srgbClr val="F1C23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 name="Google Shape;126;g1037e35e0a9_0_242"/>
          <p:cNvSpPr/>
          <p:nvPr/>
        </p:nvSpPr>
        <p:spPr>
          <a:xfrm>
            <a:off x="5590150" y="299125"/>
            <a:ext cx="540251" cy="264299"/>
          </a:xfrm>
          <a:custGeom>
            <a:rect b="b" l="l" r="r" t="t"/>
            <a:pathLst>
              <a:path extrusionOk="0" h="125260" w="256043">
                <a:moveTo>
                  <a:pt x="122835" y="3891"/>
                </a:moveTo>
                <a:cubicBezTo>
                  <a:pt x="106677" y="35258"/>
                  <a:pt x="90541" y="66632"/>
                  <a:pt x="74404" y="98013"/>
                </a:cubicBezTo>
                <a:cubicBezTo>
                  <a:pt x="67103" y="82972"/>
                  <a:pt x="59737" y="67939"/>
                  <a:pt x="52348" y="52914"/>
                </a:cubicBezTo>
                <a:cubicBezTo>
                  <a:pt x="49783" y="47630"/>
                  <a:pt x="41583" y="45218"/>
                  <a:pt x="38602" y="51708"/>
                </a:cubicBezTo>
                <a:cubicBezTo>
                  <a:pt x="30007" y="70416"/>
                  <a:pt x="17598" y="87110"/>
                  <a:pt x="2141" y="100709"/>
                </a:cubicBezTo>
                <a:cubicBezTo>
                  <a:pt x="-4787" y="106848"/>
                  <a:pt x="6723" y="116802"/>
                  <a:pt x="13629" y="110685"/>
                </a:cubicBezTo>
                <a:cubicBezTo>
                  <a:pt x="26258" y="99453"/>
                  <a:pt x="36979" y="86235"/>
                  <a:pt x="45354" y="71550"/>
                </a:cubicBezTo>
                <a:lnTo>
                  <a:pt x="67432" y="116670"/>
                </a:lnTo>
                <a:cubicBezTo>
                  <a:pt x="70107" y="122174"/>
                  <a:pt x="77978" y="124147"/>
                  <a:pt x="81179" y="117876"/>
                </a:cubicBezTo>
                <a:lnTo>
                  <a:pt x="128580" y="25793"/>
                </a:lnTo>
                <a:cubicBezTo>
                  <a:pt x="139147" y="55900"/>
                  <a:pt x="147259" y="86822"/>
                  <a:pt x="152784" y="118249"/>
                </a:cubicBezTo>
                <a:cubicBezTo>
                  <a:pt x="153969" y="125024"/>
                  <a:pt x="163462" y="128422"/>
                  <a:pt x="166970" y="121318"/>
                </a:cubicBezTo>
                <a:cubicBezTo>
                  <a:pt x="177515" y="99979"/>
                  <a:pt x="188039" y="78638"/>
                  <a:pt x="198585" y="57299"/>
                </a:cubicBezTo>
                <a:cubicBezTo>
                  <a:pt x="214107" y="75321"/>
                  <a:pt x="228819" y="94022"/>
                  <a:pt x="242434" y="113469"/>
                </a:cubicBezTo>
                <a:cubicBezTo>
                  <a:pt x="247959" y="121297"/>
                  <a:pt x="260259" y="113711"/>
                  <a:pt x="254580" y="105686"/>
                </a:cubicBezTo>
                <a:cubicBezTo>
                  <a:pt x="238509" y="82896"/>
                  <a:pt x="221145" y="61039"/>
                  <a:pt x="202575" y="40220"/>
                </a:cubicBezTo>
                <a:cubicBezTo>
                  <a:pt x="199023" y="36229"/>
                  <a:pt x="192512" y="35089"/>
                  <a:pt x="189705" y="40746"/>
                </a:cubicBezTo>
                <a:lnTo>
                  <a:pt x="163001" y="94899"/>
                </a:lnTo>
                <a:cubicBezTo>
                  <a:pt x="156468" y="64295"/>
                  <a:pt x="147566" y="34241"/>
                  <a:pt x="136407" y="5009"/>
                </a:cubicBezTo>
                <a:cubicBezTo>
                  <a:pt x="134324" y="-823"/>
                  <a:pt x="125861" y="-2029"/>
                  <a:pt x="122835" y="3891"/>
                </a:cubicBezTo>
                <a:close/>
              </a:path>
            </a:pathLst>
          </a:custGeom>
          <a:solidFill>
            <a:srgbClr val="F1C23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 name="Google Shape;127;g1037e35e0a9_0_242"/>
          <p:cNvSpPr/>
          <p:nvPr/>
        </p:nvSpPr>
        <p:spPr>
          <a:xfrm>
            <a:off x="8371587" y="397372"/>
            <a:ext cx="290374" cy="231224"/>
          </a:xfrm>
          <a:custGeom>
            <a:rect b="b" l="l" r="r" t="t"/>
            <a:pathLst>
              <a:path extrusionOk="0" h="109585" w="137618">
                <a:moveTo>
                  <a:pt x="136999" y="99882"/>
                </a:moveTo>
                <a:cubicBezTo>
                  <a:pt x="113869" y="47085"/>
                  <a:pt x="65635" y="9548"/>
                  <a:pt x="8785" y="104"/>
                </a:cubicBezTo>
                <a:cubicBezTo>
                  <a:pt x="-292" y="-1365"/>
                  <a:pt x="-3910" y="13258"/>
                  <a:pt x="5627" y="14771"/>
                </a:cubicBezTo>
                <a:cubicBezTo>
                  <a:pt x="57435" y="23274"/>
                  <a:pt x="101482" y="57237"/>
                  <a:pt x="122902" y="105166"/>
                </a:cubicBezTo>
                <a:cubicBezTo>
                  <a:pt x="126738" y="113936"/>
                  <a:pt x="140705" y="108323"/>
                  <a:pt x="136999" y="99882"/>
                </a:cubicBezTo>
                <a:close/>
              </a:path>
            </a:pathLst>
          </a:custGeom>
          <a:solidFill>
            <a:srgbClr val="F1C23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 name="Google Shape;128;g1037e35e0a9_0_242"/>
          <p:cNvSpPr/>
          <p:nvPr/>
        </p:nvSpPr>
        <p:spPr>
          <a:xfrm>
            <a:off x="8526304" y="347275"/>
            <a:ext cx="132428" cy="91243"/>
          </a:xfrm>
          <a:custGeom>
            <a:rect b="b" l="l" r="r" t="t"/>
            <a:pathLst>
              <a:path extrusionOk="0" h="43243" w="62762">
                <a:moveTo>
                  <a:pt x="60351" y="30032"/>
                </a:moveTo>
                <a:cubicBezTo>
                  <a:pt x="45705" y="17367"/>
                  <a:pt x="28955" y="7372"/>
                  <a:pt x="10845" y="500"/>
                </a:cubicBezTo>
                <a:cubicBezTo>
                  <a:pt x="2273" y="-2745"/>
                  <a:pt x="-4765" y="10739"/>
                  <a:pt x="4092" y="14093"/>
                </a:cubicBezTo>
                <a:cubicBezTo>
                  <a:pt x="20996" y="20446"/>
                  <a:pt x="36672" y="29731"/>
                  <a:pt x="50353" y="41521"/>
                </a:cubicBezTo>
                <a:cubicBezTo>
                  <a:pt x="57413" y="47594"/>
                  <a:pt x="67410" y="36127"/>
                  <a:pt x="60351" y="30032"/>
                </a:cubicBezTo>
                <a:close/>
              </a:path>
            </a:pathLst>
          </a:custGeom>
          <a:solidFill>
            <a:srgbClr val="F1C23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 name="Google Shape;129;g1037e35e0a9_0_242"/>
          <p:cNvSpPr/>
          <p:nvPr/>
        </p:nvSpPr>
        <p:spPr>
          <a:xfrm>
            <a:off x="331162" y="1999469"/>
            <a:ext cx="211591" cy="267962"/>
          </a:xfrm>
          <a:custGeom>
            <a:rect b="b" l="l" r="r" t="t"/>
            <a:pathLst>
              <a:path extrusionOk="0" h="126996" w="100280">
                <a:moveTo>
                  <a:pt x="96357" y="74864"/>
                </a:moveTo>
                <a:cubicBezTo>
                  <a:pt x="82786" y="68484"/>
                  <a:pt x="69679" y="61157"/>
                  <a:pt x="57134" y="52940"/>
                </a:cubicBezTo>
                <a:cubicBezTo>
                  <a:pt x="68090" y="38401"/>
                  <a:pt x="80061" y="24657"/>
                  <a:pt x="92959" y="11809"/>
                </a:cubicBezTo>
                <a:cubicBezTo>
                  <a:pt x="99865" y="4925"/>
                  <a:pt x="88969" y="-4459"/>
                  <a:pt x="81997" y="2382"/>
                </a:cubicBezTo>
                <a:cubicBezTo>
                  <a:pt x="68721" y="15624"/>
                  <a:pt x="56406" y="29794"/>
                  <a:pt x="45141" y="44784"/>
                </a:cubicBezTo>
                <a:cubicBezTo>
                  <a:pt x="33594" y="36487"/>
                  <a:pt x="22607" y="27435"/>
                  <a:pt x="12255" y="17685"/>
                </a:cubicBezTo>
                <a:cubicBezTo>
                  <a:pt x="5480" y="11305"/>
                  <a:pt x="-4518" y="22793"/>
                  <a:pt x="2257" y="29173"/>
                </a:cubicBezTo>
                <a:cubicBezTo>
                  <a:pt x="12947" y="39230"/>
                  <a:pt x="24293" y="48568"/>
                  <a:pt x="36218" y="57127"/>
                </a:cubicBezTo>
                <a:cubicBezTo>
                  <a:pt x="23171" y="75947"/>
                  <a:pt x="11779" y="95863"/>
                  <a:pt x="2169" y="116652"/>
                </a:cubicBezTo>
                <a:cubicBezTo>
                  <a:pt x="-1953" y="125554"/>
                  <a:pt x="11246" y="131429"/>
                  <a:pt x="15324" y="122703"/>
                </a:cubicBezTo>
                <a:cubicBezTo>
                  <a:pt x="24609" y="102651"/>
                  <a:pt x="35613" y="83439"/>
                  <a:pt x="48211" y="65283"/>
                </a:cubicBezTo>
                <a:cubicBezTo>
                  <a:pt x="61447" y="73978"/>
                  <a:pt x="75279" y="81731"/>
                  <a:pt x="89604" y="88479"/>
                </a:cubicBezTo>
                <a:cubicBezTo>
                  <a:pt x="97936" y="92360"/>
                  <a:pt x="104951" y="78898"/>
                  <a:pt x="96357" y="74864"/>
                </a:cubicBezTo>
                <a:close/>
              </a:path>
            </a:pathLst>
          </a:custGeom>
          <a:solidFill>
            <a:srgbClr val="F1C23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 name="Google Shape;130;g1037e35e0a9_0_242"/>
          <p:cNvSpPr/>
          <p:nvPr/>
        </p:nvSpPr>
        <p:spPr>
          <a:xfrm>
            <a:off x="8564788" y="3584529"/>
            <a:ext cx="200902" cy="172792"/>
          </a:xfrm>
          <a:custGeom>
            <a:rect b="b" l="l" r="r" t="t"/>
            <a:pathLst>
              <a:path extrusionOk="0" h="81892" w="95214">
                <a:moveTo>
                  <a:pt x="92489" y="65480"/>
                </a:moveTo>
                <a:lnTo>
                  <a:pt x="61028" y="43753"/>
                </a:lnTo>
                <a:cubicBezTo>
                  <a:pt x="70521" y="33157"/>
                  <a:pt x="80036" y="22580"/>
                  <a:pt x="89530" y="12028"/>
                </a:cubicBezTo>
                <a:cubicBezTo>
                  <a:pt x="96107" y="4771"/>
                  <a:pt x="85145" y="-4635"/>
                  <a:pt x="78567" y="2600"/>
                </a:cubicBezTo>
                <a:lnTo>
                  <a:pt x="48991" y="35487"/>
                </a:lnTo>
                <a:lnTo>
                  <a:pt x="12684" y="10383"/>
                </a:lnTo>
                <a:cubicBezTo>
                  <a:pt x="5098" y="5144"/>
                  <a:pt x="-4856" y="16610"/>
                  <a:pt x="2687" y="21872"/>
                </a:cubicBezTo>
                <a:lnTo>
                  <a:pt x="38796" y="46844"/>
                </a:lnTo>
                <a:lnTo>
                  <a:pt x="18275" y="69865"/>
                </a:lnTo>
                <a:cubicBezTo>
                  <a:pt x="11697" y="77122"/>
                  <a:pt x="22660" y="86527"/>
                  <a:pt x="29237" y="79292"/>
                </a:cubicBezTo>
                <a:lnTo>
                  <a:pt x="50942" y="55175"/>
                </a:lnTo>
                <a:lnTo>
                  <a:pt x="82601" y="77100"/>
                </a:lnTo>
                <a:cubicBezTo>
                  <a:pt x="90078" y="82296"/>
                  <a:pt x="100119" y="70829"/>
                  <a:pt x="92489" y="65480"/>
                </a:cubicBezTo>
                <a:close/>
              </a:path>
            </a:pathLst>
          </a:custGeom>
          <a:solidFill>
            <a:srgbClr val="F1C23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 name="Google Shape;131;g1037e35e0a9_0_242"/>
          <p:cNvSpPr/>
          <p:nvPr/>
        </p:nvSpPr>
        <p:spPr>
          <a:xfrm rot="5069525">
            <a:off x="7853134" y="3741816"/>
            <a:ext cx="814157" cy="1022353"/>
          </a:xfrm>
          <a:custGeom>
            <a:rect b="b" l="l" r="r" t="t"/>
            <a:pathLst>
              <a:path extrusionOk="0" h="484587" w="385904">
                <a:moveTo>
                  <a:pt x="316148" y="219239"/>
                </a:moveTo>
                <a:cubicBezTo>
                  <a:pt x="261491" y="116194"/>
                  <a:pt x="157744" y="32311"/>
                  <a:pt x="38101" y="26786"/>
                </a:cubicBezTo>
                <a:cubicBezTo>
                  <a:pt x="47463" y="22510"/>
                  <a:pt x="56935" y="18432"/>
                  <a:pt x="66471" y="14530"/>
                </a:cubicBezTo>
                <a:cubicBezTo>
                  <a:pt x="75241" y="10978"/>
                  <a:pt x="71273" y="-3010"/>
                  <a:pt x="62086" y="586"/>
                </a:cubicBezTo>
                <a:cubicBezTo>
                  <a:pt x="42552" y="8566"/>
                  <a:pt x="23390" y="17336"/>
                  <a:pt x="4578" y="26895"/>
                </a:cubicBezTo>
                <a:cubicBezTo>
                  <a:pt x="-2854" y="30645"/>
                  <a:pt x="-508" y="42440"/>
                  <a:pt x="6398" y="41585"/>
                </a:cubicBezTo>
                <a:cubicBezTo>
                  <a:pt x="7473" y="41870"/>
                  <a:pt x="8591" y="41957"/>
                  <a:pt x="9709" y="41826"/>
                </a:cubicBezTo>
                <a:cubicBezTo>
                  <a:pt x="22162" y="48710"/>
                  <a:pt x="33190" y="57875"/>
                  <a:pt x="42267" y="68837"/>
                </a:cubicBezTo>
                <a:cubicBezTo>
                  <a:pt x="48231" y="76094"/>
                  <a:pt x="60618" y="67368"/>
                  <a:pt x="54786" y="60265"/>
                </a:cubicBezTo>
                <a:cubicBezTo>
                  <a:pt x="49217" y="53468"/>
                  <a:pt x="42990" y="47241"/>
                  <a:pt x="36216" y="41650"/>
                </a:cubicBezTo>
                <a:cubicBezTo>
                  <a:pt x="257544" y="58730"/>
                  <a:pt x="357411" y="281133"/>
                  <a:pt x="371135" y="478147"/>
                </a:cubicBezTo>
                <a:cubicBezTo>
                  <a:pt x="372034" y="487859"/>
                  <a:pt x="386723" y="485952"/>
                  <a:pt x="385869" y="476678"/>
                </a:cubicBezTo>
                <a:cubicBezTo>
                  <a:pt x="377756" y="387730"/>
                  <a:pt x="358704" y="298409"/>
                  <a:pt x="316148" y="219239"/>
                </a:cubicBezTo>
                <a:close/>
              </a:path>
            </a:pathLst>
          </a:custGeom>
          <a:solidFill>
            <a:srgbClr val="F1C23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 name="Google Shape;132;g1037e35e0a9_0_242"/>
          <p:cNvSpPr/>
          <p:nvPr/>
        </p:nvSpPr>
        <p:spPr>
          <a:xfrm rot="5400000">
            <a:off x="305418" y="304611"/>
            <a:ext cx="746254" cy="775710"/>
          </a:xfrm>
          <a:custGeom>
            <a:rect b="b" l="l" r="r" t="t"/>
            <a:pathLst>
              <a:path extrusionOk="0" h="367635" w="353675">
                <a:moveTo>
                  <a:pt x="349850" y="316408"/>
                </a:moveTo>
                <a:cubicBezTo>
                  <a:pt x="344216" y="307967"/>
                  <a:pt x="337265" y="300140"/>
                  <a:pt x="331061" y="292094"/>
                </a:cubicBezTo>
                <a:cubicBezTo>
                  <a:pt x="325295" y="284639"/>
                  <a:pt x="312907" y="293387"/>
                  <a:pt x="318542" y="300688"/>
                </a:cubicBezTo>
                <a:cubicBezTo>
                  <a:pt x="320142" y="302661"/>
                  <a:pt x="330951" y="317022"/>
                  <a:pt x="332574" y="318447"/>
                </a:cubicBezTo>
                <a:cubicBezTo>
                  <a:pt x="270198" y="313689"/>
                  <a:pt x="197781" y="305292"/>
                  <a:pt x="142554" y="274598"/>
                </a:cubicBezTo>
                <a:cubicBezTo>
                  <a:pt x="87348" y="239760"/>
                  <a:pt x="52202" y="175937"/>
                  <a:pt x="31747" y="115404"/>
                </a:cubicBezTo>
                <a:cubicBezTo>
                  <a:pt x="20542" y="80171"/>
                  <a:pt x="14804" y="43432"/>
                  <a:pt x="14733" y="6461"/>
                </a:cubicBezTo>
                <a:cubicBezTo>
                  <a:pt x="14733" y="-3318"/>
                  <a:pt x="-44" y="-1323"/>
                  <a:pt x="0" y="7930"/>
                </a:cubicBezTo>
                <a:cubicBezTo>
                  <a:pt x="1184" y="107971"/>
                  <a:pt x="41065" y="213209"/>
                  <a:pt x="119862" y="277470"/>
                </a:cubicBezTo>
                <a:cubicBezTo>
                  <a:pt x="177501" y="318403"/>
                  <a:pt x="263467" y="328116"/>
                  <a:pt x="332705" y="333158"/>
                </a:cubicBezTo>
                <a:cubicBezTo>
                  <a:pt x="322510" y="340196"/>
                  <a:pt x="316437" y="346182"/>
                  <a:pt x="307470" y="353702"/>
                </a:cubicBezTo>
                <a:cubicBezTo>
                  <a:pt x="300301" y="359863"/>
                  <a:pt x="307821" y="372250"/>
                  <a:pt x="315275" y="365848"/>
                </a:cubicBezTo>
                <a:lnTo>
                  <a:pt x="340028" y="344647"/>
                </a:lnTo>
                <a:cubicBezTo>
                  <a:pt x="350048" y="337171"/>
                  <a:pt x="359037" y="328927"/>
                  <a:pt x="349850" y="316408"/>
                </a:cubicBezTo>
                <a:close/>
              </a:path>
            </a:pathLst>
          </a:custGeom>
          <a:solidFill>
            <a:srgbClr val="F1C23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133" name="Shape 133"/>
        <p:cNvGrpSpPr/>
        <p:nvPr/>
      </p:nvGrpSpPr>
      <p:grpSpPr>
        <a:xfrm>
          <a:off x="0" y="0"/>
          <a:ext cx="0" cy="0"/>
          <a:chOff x="0" y="0"/>
          <a:chExt cx="0" cy="0"/>
        </a:xfrm>
      </p:grpSpPr>
      <p:sp>
        <p:nvSpPr>
          <p:cNvPr id="134" name="Google Shape;134;g1037e35e0a9_0_320"/>
          <p:cNvSpPr/>
          <p:nvPr/>
        </p:nvSpPr>
        <p:spPr>
          <a:xfrm rot="-884877">
            <a:off x="7997294" y="3564834"/>
            <a:ext cx="912816" cy="928284"/>
          </a:xfrm>
          <a:custGeom>
            <a:rect b="b" l="l" r="r" t="t"/>
            <a:pathLst>
              <a:path extrusionOk="0" h="559316" w="549996">
                <a:moveTo>
                  <a:pt x="536665" y="198722"/>
                </a:moveTo>
                <a:cubicBezTo>
                  <a:pt x="507988" y="55467"/>
                  <a:pt x="324589" y="-49573"/>
                  <a:pt x="179295" y="24291"/>
                </a:cubicBezTo>
                <a:cubicBezTo>
                  <a:pt x="17974" y="106420"/>
                  <a:pt x="-81169" y="375917"/>
                  <a:pt x="88111" y="512244"/>
                </a:cubicBezTo>
                <a:cubicBezTo>
                  <a:pt x="141168" y="554536"/>
                  <a:pt x="210888" y="558504"/>
                  <a:pt x="276092" y="557584"/>
                </a:cubicBezTo>
                <a:cubicBezTo>
                  <a:pt x="484178" y="579947"/>
                  <a:pt x="588999" y="381814"/>
                  <a:pt x="536665" y="19872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 name="Google Shape;135;g1037e35e0a9_0_320"/>
          <p:cNvSpPr/>
          <p:nvPr/>
        </p:nvSpPr>
        <p:spPr>
          <a:xfrm>
            <a:off x="642525" y="331773"/>
            <a:ext cx="6943343" cy="927756"/>
          </a:xfrm>
          <a:custGeom>
            <a:rect b="b" l="l" r="r" t="t"/>
            <a:pathLst>
              <a:path extrusionOk="0" h="399035" w="3290684">
                <a:moveTo>
                  <a:pt x="3288221" y="146895"/>
                </a:moveTo>
                <a:cubicBezTo>
                  <a:pt x="3288879" y="83708"/>
                  <a:pt x="3268160" y="25739"/>
                  <a:pt x="3196488" y="21201"/>
                </a:cubicBezTo>
                <a:cubicBezTo>
                  <a:pt x="2907830" y="16005"/>
                  <a:pt x="2618711" y="18197"/>
                  <a:pt x="2329921" y="14777"/>
                </a:cubicBezTo>
                <a:cubicBezTo>
                  <a:pt x="1580495" y="9866"/>
                  <a:pt x="931222" y="0"/>
                  <a:pt x="181841" y="0"/>
                </a:cubicBezTo>
                <a:cubicBezTo>
                  <a:pt x="-44245" y="0"/>
                  <a:pt x="4866" y="162044"/>
                  <a:pt x="3813" y="206244"/>
                </a:cubicBezTo>
                <a:cubicBezTo>
                  <a:pt x="-6272" y="347395"/>
                  <a:pt x="64456" y="394927"/>
                  <a:pt x="198174" y="383395"/>
                </a:cubicBezTo>
                <a:lnTo>
                  <a:pt x="1064019" y="387780"/>
                </a:lnTo>
                <a:lnTo>
                  <a:pt x="2795708" y="396549"/>
                </a:lnTo>
                <a:cubicBezTo>
                  <a:pt x="2909277" y="397119"/>
                  <a:pt x="3023284" y="400671"/>
                  <a:pt x="3136832" y="398128"/>
                </a:cubicBezTo>
                <a:cubicBezTo>
                  <a:pt x="3275790" y="400627"/>
                  <a:pt x="3299512" y="257767"/>
                  <a:pt x="3288221" y="14689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 name="Google Shape;136;g1037e35e0a9_0_320"/>
          <p:cNvSpPr/>
          <p:nvPr/>
        </p:nvSpPr>
        <p:spPr>
          <a:xfrm>
            <a:off x="368194" y="422127"/>
            <a:ext cx="8379859" cy="4302579"/>
          </a:xfrm>
          <a:custGeom>
            <a:rect b="b" l="l" r="r" t="t"/>
            <a:pathLst>
              <a:path extrusionOk="0" h="2039137" w="3971497">
                <a:moveTo>
                  <a:pt x="3947725" y="299512"/>
                </a:moveTo>
                <a:cubicBezTo>
                  <a:pt x="3924134" y="113307"/>
                  <a:pt x="3885284" y="33501"/>
                  <a:pt x="3686450" y="8902"/>
                </a:cubicBezTo>
                <a:cubicBezTo>
                  <a:pt x="3601997" y="-3398"/>
                  <a:pt x="3538196" y="330"/>
                  <a:pt x="3453085" y="1250"/>
                </a:cubicBezTo>
                <a:cubicBezTo>
                  <a:pt x="2545650" y="21443"/>
                  <a:pt x="1638390" y="51765"/>
                  <a:pt x="731371" y="878"/>
                </a:cubicBezTo>
                <a:cubicBezTo>
                  <a:pt x="642467" y="-87"/>
                  <a:pt x="553519" y="1250"/>
                  <a:pt x="464769" y="6534"/>
                </a:cubicBezTo>
                <a:cubicBezTo>
                  <a:pt x="385183" y="11292"/>
                  <a:pt x="302374" y="15304"/>
                  <a:pt x="224563" y="33743"/>
                </a:cubicBezTo>
                <a:cubicBezTo>
                  <a:pt x="159908" y="49090"/>
                  <a:pt x="106653" y="83204"/>
                  <a:pt x="86570" y="149329"/>
                </a:cubicBezTo>
                <a:cubicBezTo>
                  <a:pt x="9067" y="671747"/>
                  <a:pt x="-7925" y="1209227"/>
                  <a:pt x="2994" y="1737127"/>
                </a:cubicBezTo>
                <a:cubicBezTo>
                  <a:pt x="7729" y="2035301"/>
                  <a:pt x="225024" y="2012784"/>
                  <a:pt x="454881" y="2012828"/>
                </a:cubicBezTo>
                <a:cubicBezTo>
                  <a:pt x="1452075" y="2021379"/>
                  <a:pt x="2463170" y="2030543"/>
                  <a:pt x="3459136" y="2039138"/>
                </a:cubicBezTo>
                <a:cubicBezTo>
                  <a:pt x="3468432" y="2039138"/>
                  <a:pt x="3468235" y="2024426"/>
                  <a:pt x="3458544" y="2024339"/>
                </a:cubicBezTo>
                <a:cubicBezTo>
                  <a:pt x="2395752" y="2013552"/>
                  <a:pt x="1331030" y="2008487"/>
                  <a:pt x="268237" y="1995157"/>
                </a:cubicBezTo>
                <a:cubicBezTo>
                  <a:pt x="201871" y="1991167"/>
                  <a:pt x="129981" y="1978933"/>
                  <a:pt x="80870" y="1929997"/>
                </a:cubicBezTo>
                <a:cubicBezTo>
                  <a:pt x="27856" y="1877181"/>
                  <a:pt x="19898" y="1797332"/>
                  <a:pt x="17289" y="1726406"/>
                </a:cubicBezTo>
                <a:cubicBezTo>
                  <a:pt x="11150" y="1553355"/>
                  <a:pt x="12904" y="1379647"/>
                  <a:pt x="17289" y="1206596"/>
                </a:cubicBezTo>
                <a:cubicBezTo>
                  <a:pt x="24962" y="897125"/>
                  <a:pt x="46317" y="588368"/>
                  <a:pt x="81352" y="280328"/>
                </a:cubicBezTo>
                <a:cubicBezTo>
                  <a:pt x="89990" y="206026"/>
                  <a:pt x="89333" y="112868"/>
                  <a:pt x="163591" y="71825"/>
                </a:cubicBezTo>
                <a:cubicBezTo>
                  <a:pt x="194285" y="54286"/>
                  <a:pt x="229825" y="46349"/>
                  <a:pt x="264444" y="40978"/>
                </a:cubicBezTo>
                <a:cubicBezTo>
                  <a:pt x="347341" y="28174"/>
                  <a:pt x="431728" y="22408"/>
                  <a:pt x="515502" y="18746"/>
                </a:cubicBezTo>
                <a:cubicBezTo>
                  <a:pt x="692894" y="11029"/>
                  <a:pt x="870483" y="17869"/>
                  <a:pt x="1047743" y="26113"/>
                </a:cubicBezTo>
                <a:cubicBezTo>
                  <a:pt x="1755029" y="63845"/>
                  <a:pt x="2462863" y="37711"/>
                  <a:pt x="3170346" y="20654"/>
                </a:cubicBezTo>
                <a:cubicBezTo>
                  <a:pt x="3346028" y="20478"/>
                  <a:pt x="3500947" y="3289"/>
                  <a:pt x="3675948" y="22605"/>
                </a:cubicBezTo>
                <a:cubicBezTo>
                  <a:pt x="3819576" y="42556"/>
                  <a:pt x="3893001" y="73821"/>
                  <a:pt x="3920034" y="229880"/>
                </a:cubicBezTo>
                <a:cubicBezTo>
                  <a:pt x="4003348" y="663591"/>
                  <a:pt x="3918609" y="1093707"/>
                  <a:pt x="3926392" y="1543489"/>
                </a:cubicBezTo>
                <a:cubicBezTo>
                  <a:pt x="3926568" y="1553092"/>
                  <a:pt x="3940665" y="1547436"/>
                  <a:pt x="3940490" y="1538337"/>
                </a:cubicBezTo>
                <a:cubicBezTo>
                  <a:pt x="3933321" y="1127383"/>
                  <a:pt x="4008215" y="711694"/>
                  <a:pt x="3947725" y="29951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 name="Google Shape;137;g1037e35e0a9_0_320"/>
          <p:cNvSpPr txBox="1"/>
          <p:nvPr>
            <p:ph type="title"/>
          </p:nvPr>
        </p:nvSpPr>
        <p:spPr>
          <a:xfrm>
            <a:off x="883375" y="683600"/>
            <a:ext cx="6426300" cy="3963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3400"/>
              <a:buNone/>
              <a:defRPr/>
            </a:lvl1pPr>
            <a:lvl2pPr lvl="1" algn="l">
              <a:lnSpc>
                <a:spcPct val="90000"/>
              </a:lnSpc>
              <a:spcBef>
                <a:spcPts val="0"/>
              </a:spcBef>
              <a:spcAft>
                <a:spcPts val="0"/>
              </a:spcAft>
              <a:buSzPts val="3400"/>
              <a:buNone/>
              <a:defRPr/>
            </a:lvl2pPr>
            <a:lvl3pPr lvl="2" algn="l">
              <a:lnSpc>
                <a:spcPct val="90000"/>
              </a:lnSpc>
              <a:spcBef>
                <a:spcPts val="0"/>
              </a:spcBef>
              <a:spcAft>
                <a:spcPts val="0"/>
              </a:spcAft>
              <a:buSzPts val="3400"/>
              <a:buNone/>
              <a:defRPr/>
            </a:lvl3pPr>
            <a:lvl4pPr lvl="3" algn="l">
              <a:lnSpc>
                <a:spcPct val="90000"/>
              </a:lnSpc>
              <a:spcBef>
                <a:spcPts val="0"/>
              </a:spcBef>
              <a:spcAft>
                <a:spcPts val="0"/>
              </a:spcAft>
              <a:buSzPts val="3400"/>
              <a:buNone/>
              <a:defRPr/>
            </a:lvl4pPr>
            <a:lvl5pPr lvl="4" algn="l">
              <a:lnSpc>
                <a:spcPct val="90000"/>
              </a:lnSpc>
              <a:spcBef>
                <a:spcPts val="0"/>
              </a:spcBef>
              <a:spcAft>
                <a:spcPts val="0"/>
              </a:spcAft>
              <a:buSzPts val="3400"/>
              <a:buNone/>
              <a:defRPr/>
            </a:lvl5pPr>
            <a:lvl6pPr lvl="5" algn="l">
              <a:lnSpc>
                <a:spcPct val="90000"/>
              </a:lnSpc>
              <a:spcBef>
                <a:spcPts val="0"/>
              </a:spcBef>
              <a:spcAft>
                <a:spcPts val="0"/>
              </a:spcAft>
              <a:buSzPts val="3400"/>
              <a:buNone/>
              <a:defRPr/>
            </a:lvl6pPr>
            <a:lvl7pPr lvl="6" algn="l">
              <a:lnSpc>
                <a:spcPct val="90000"/>
              </a:lnSpc>
              <a:spcBef>
                <a:spcPts val="0"/>
              </a:spcBef>
              <a:spcAft>
                <a:spcPts val="0"/>
              </a:spcAft>
              <a:buSzPts val="3400"/>
              <a:buNone/>
              <a:defRPr/>
            </a:lvl7pPr>
            <a:lvl8pPr lvl="7" algn="l">
              <a:lnSpc>
                <a:spcPct val="90000"/>
              </a:lnSpc>
              <a:spcBef>
                <a:spcPts val="0"/>
              </a:spcBef>
              <a:spcAft>
                <a:spcPts val="0"/>
              </a:spcAft>
              <a:buSzPts val="3400"/>
              <a:buNone/>
              <a:defRPr/>
            </a:lvl8pPr>
            <a:lvl9pPr lvl="8" algn="l">
              <a:lnSpc>
                <a:spcPct val="90000"/>
              </a:lnSpc>
              <a:spcBef>
                <a:spcPts val="0"/>
              </a:spcBef>
              <a:spcAft>
                <a:spcPts val="0"/>
              </a:spcAft>
              <a:buSzPts val="3400"/>
              <a:buNone/>
              <a:defRPr/>
            </a:lvl9pPr>
          </a:lstStyle>
          <a:p/>
        </p:txBody>
      </p:sp>
      <p:sp>
        <p:nvSpPr>
          <p:cNvPr id="138" name="Google Shape;138;g1037e35e0a9_0_320"/>
          <p:cNvSpPr txBox="1"/>
          <p:nvPr>
            <p:ph idx="1" type="body"/>
          </p:nvPr>
        </p:nvSpPr>
        <p:spPr>
          <a:xfrm>
            <a:off x="1188175" y="1506350"/>
            <a:ext cx="2001900" cy="2789100"/>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0"/>
              </a:spcBef>
              <a:spcAft>
                <a:spcPts val="0"/>
              </a:spcAft>
              <a:buSzPts val="1800"/>
              <a:buChar char="✗"/>
              <a:defRPr sz="1800"/>
            </a:lvl1pPr>
            <a:lvl2pPr indent="-342900" lvl="1" marL="914400" algn="l">
              <a:lnSpc>
                <a:spcPct val="100000"/>
              </a:lnSpc>
              <a:spcBef>
                <a:spcPts val="1000"/>
              </a:spcBef>
              <a:spcAft>
                <a:spcPts val="0"/>
              </a:spcAft>
              <a:buSzPts val="1800"/>
              <a:buChar char="✗"/>
              <a:defRPr sz="1800"/>
            </a:lvl2pPr>
            <a:lvl3pPr indent="-342900" lvl="2" marL="1371600" algn="l">
              <a:lnSpc>
                <a:spcPct val="100000"/>
              </a:lnSpc>
              <a:spcBef>
                <a:spcPts val="1000"/>
              </a:spcBef>
              <a:spcAft>
                <a:spcPts val="0"/>
              </a:spcAft>
              <a:buSzPts val="1800"/>
              <a:buChar char="■"/>
              <a:defRPr sz="1800"/>
            </a:lvl3pPr>
            <a:lvl4pPr indent="-342900" lvl="3" marL="1828800" algn="l">
              <a:lnSpc>
                <a:spcPct val="100000"/>
              </a:lnSpc>
              <a:spcBef>
                <a:spcPts val="1000"/>
              </a:spcBef>
              <a:spcAft>
                <a:spcPts val="0"/>
              </a:spcAft>
              <a:buSzPts val="1800"/>
              <a:buChar char="●"/>
              <a:defRPr sz="1800"/>
            </a:lvl4pPr>
            <a:lvl5pPr indent="-342900" lvl="4" marL="2286000" algn="l">
              <a:lnSpc>
                <a:spcPct val="100000"/>
              </a:lnSpc>
              <a:spcBef>
                <a:spcPts val="1000"/>
              </a:spcBef>
              <a:spcAft>
                <a:spcPts val="0"/>
              </a:spcAft>
              <a:buSzPts val="1800"/>
              <a:buChar char="○"/>
              <a:defRPr sz="1800"/>
            </a:lvl5pPr>
            <a:lvl6pPr indent="-342900" lvl="5" marL="2743200" algn="l">
              <a:lnSpc>
                <a:spcPct val="100000"/>
              </a:lnSpc>
              <a:spcBef>
                <a:spcPts val="1000"/>
              </a:spcBef>
              <a:spcAft>
                <a:spcPts val="0"/>
              </a:spcAft>
              <a:buSzPts val="1800"/>
              <a:buChar char="■"/>
              <a:defRPr sz="1800"/>
            </a:lvl6pPr>
            <a:lvl7pPr indent="-342900" lvl="6" marL="3200400" algn="l">
              <a:lnSpc>
                <a:spcPct val="100000"/>
              </a:lnSpc>
              <a:spcBef>
                <a:spcPts val="1000"/>
              </a:spcBef>
              <a:spcAft>
                <a:spcPts val="0"/>
              </a:spcAft>
              <a:buSzPts val="1800"/>
              <a:buChar char="●"/>
              <a:defRPr sz="1800"/>
            </a:lvl7pPr>
            <a:lvl8pPr indent="-342900" lvl="7" marL="3657600" algn="l">
              <a:lnSpc>
                <a:spcPct val="100000"/>
              </a:lnSpc>
              <a:spcBef>
                <a:spcPts val="1000"/>
              </a:spcBef>
              <a:spcAft>
                <a:spcPts val="0"/>
              </a:spcAft>
              <a:buSzPts val="1800"/>
              <a:buChar char="○"/>
              <a:defRPr sz="1800"/>
            </a:lvl8pPr>
            <a:lvl9pPr indent="-342900" lvl="8" marL="4114800" algn="l">
              <a:lnSpc>
                <a:spcPct val="100000"/>
              </a:lnSpc>
              <a:spcBef>
                <a:spcPts val="1000"/>
              </a:spcBef>
              <a:spcAft>
                <a:spcPts val="1000"/>
              </a:spcAft>
              <a:buSzPts val="1800"/>
              <a:buChar char="■"/>
              <a:defRPr sz="1800"/>
            </a:lvl9pPr>
          </a:lstStyle>
          <a:p/>
        </p:txBody>
      </p:sp>
      <p:sp>
        <p:nvSpPr>
          <p:cNvPr id="139" name="Google Shape;139;g1037e35e0a9_0_320"/>
          <p:cNvSpPr txBox="1"/>
          <p:nvPr>
            <p:ph idx="2" type="body"/>
          </p:nvPr>
        </p:nvSpPr>
        <p:spPr>
          <a:xfrm>
            <a:off x="3400388" y="1506350"/>
            <a:ext cx="2001900" cy="2789100"/>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0"/>
              </a:spcBef>
              <a:spcAft>
                <a:spcPts val="0"/>
              </a:spcAft>
              <a:buSzPts val="1800"/>
              <a:buChar char="✗"/>
              <a:defRPr sz="1800"/>
            </a:lvl1pPr>
            <a:lvl2pPr indent="-342900" lvl="1" marL="914400" algn="l">
              <a:lnSpc>
                <a:spcPct val="100000"/>
              </a:lnSpc>
              <a:spcBef>
                <a:spcPts val="1000"/>
              </a:spcBef>
              <a:spcAft>
                <a:spcPts val="0"/>
              </a:spcAft>
              <a:buSzPts val="1800"/>
              <a:buChar char="✗"/>
              <a:defRPr sz="1800"/>
            </a:lvl2pPr>
            <a:lvl3pPr indent="-342900" lvl="2" marL="1371600" algn="l">
              <a:lnSpc>
                <a:spcPct val="100000"/>
              </a:lnSpc>
              <a:spcBef>
                <a:spcPts val="1000"/>
              </a:spcBef>
              <a:spcAft>
                <a:spcPts val="0"/>
              </a:spcAft>
              <a:buSzPts val="1800"/>
              <a:buChar char="■"/>
              <a:defRPr sz="1800"/>
            </a:lvl3pPr>
            <a:lvl4pPr indent="-342900" lvl="3" marL="1828800" algn="l">
              <a:lnSpc>
                <a:spcPct val="100000"/>
              </a:lnSpc>
              <a:spcBef>
                <a:spcPts val="1000"/>
              </a:spcBef>
              <a:spcAft>
                <a:spcPts val="0"/>
              </a:spcAft>
              <a:buSzPts val="1800"/>
              <a:buChar char="●"/>
              <a:defRPr sz="1800"/>
            </a:lvl4pPr>
            <a:lvl5pPr indent="-342900" lvl="4" marL="2286000" algn="l">
              <a:lnSpc>
                <a:spcPct val="100000"/>
              </a:lnSpc>
              <a:spcBef>
                <a:spcPts val="1000"/>
              </a:spcBef>
              <a:spcAft>
                <a:spcPts val="0"/>
              </a:spcAft>
              <a:buSzPts val="1800"/>
              <a:buChar char="○"/>
              <a:defRPr sz="1800"/>
            </a:lvl5pPr>
            <a:lvl6pPr indent="-342900" lvl="5" marL="2743200" algn="l">
              <a:lnSpc>
                <a:spcPct val="100000"/>
              </a:lnSpc>
              <a:spcBef>
                <a:spcPts val="1000"/>
              </a:spcBef>
              <a:spcAft>
                <a:spcPts val="0"/>
              </a:spcAft>
              <a:buSzPts val="1800"/>
              <a:buChar char="■"/>
              <a:defRPr sz="1800"/>
            </a:lvl6pPr>
            <a:lvl7pPr indent="-342900" lvl="6" marL="3200400" algn="l">
              <a:lnSpc>
                <a:spcPct val="100000"/>
              </a:lnSpc>
              <a:spcBef>
                <a:spcPts val="1000"/>
              </a:spcBef>
              <a:spcAft>
                <a:spcPts val="0"/>
              </a:spcAft>
              <a:buSzPts val="1800"/>
              <a:buChar char="●"/>
              <a:defRPr sz="1800"/>
            </a:lvl7pPr>
            <a:lvl8pPr indent="-342900" lvl="7" marL="3657600" algn="l">
              <a:lnSpc>
                <a:spcPct val="100000"/>
              </a:lnSpc>
              <a:spcBef>
                <a:spcPts val="1000"/>
              </a:spcBef>
              <a:spcAft>
                <a:spcPts val="0"/>
              </a:spcAft>
              <a:buSzPts val="1800"/>
              <a:buChar char="○"/>
              <a:defRPr sz="1800"/>
            </a:lvl8pPr>
            <a:lvl9pPr indent="-342900" lvl="8" marL="4114800" algn="l">
              <a:lnSpc>
                <a:spcPct val="100000"/>
              </a:lnSpc>
              <a:spcBef>
                <a:spcPts val="1000"/>
              </a:spcBef>
              <a:spcAft>
                <a:spcPts val="1000"/>
              </a:spcAft>
              <a:buSzPts val="1800"/>
              <a:buChar char="■"/>
              <a:defRPr sz="1800"/>
            </a:lvl9pPr>
          </a:lstStyle>
          <a:p/>
        </p:txBody>
      </p:sp>
      <p:sp>
        <p:nvSpPr>
          <p:cNvPr id="140" name="Google Shape;140;g1037e35e0a9_0_320"/>
          <p:cNvSpPr txBox="1"/>
          <p:nvPr>
            <p:ph idx="3" type="body"/>
          </p:nvPr>
        </p:nvSpPr>
        <p:spPr>
          <a:xfrm>
            <a:off x="5612601" y="1506350"/>
            <a:ext cx="2001900" cy="2789100"/>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0"/>
              </a:spcBef>
              <a:spcAft>
                <a:spcPts val="0"/>
              </a:spcAft>
              <a:buSzPts val="1800"/>
              <a:buChar char="✗"/>
              <a:defRPr sz="1800"/>
            </a:lvl1pPr>
            <a:lvl2pPr indent="-342900" lvl="1" marL="914400" algn="l">
              <a:lnSpc>
                <a:spcPct val="100000"/>
              </a:lnSpc>
              <a:spcBef>
                <a:spcPts val="1000"/>
              </a:spcBef>
              <a:spcAft>
                <a:spcPts val="0"/>
              </a:spcAft>
              <a:buSzPts val="1800"/>
              <a:buChar char="✗"/>
              <a:defRPr sz="1800"/>
            </a:lvl2pPr>
            <a:lvl3pPr indent="-342900" lvl="2" marL="1371600" algn="l">
              <a:lnSpc>
                <a:spcPct val="100000"/>
              </a:lnSpc>
              <a:spcBef>
                <a:spcPts val="1000"/>
              </a:spcBef>
              <a:spcAft>
                <a:spcPts val="0"/>
              </a:spcAft>
              <a:buSzPts val="1800"/>
              <a:buChar char="■"/>
              <a:defRPr sz="1800"/>
            </a:lvl3pPr>
            <a:lvl4pPr indent="-342900" lvl="3" marL="1828800" algn="l">
              <a:lnSpc>
                <a:spcPct val="100000"/>
              </a:lnSpc>
              <a:spcBef>
                <a:spcPts val="1000"/>
              </a:spcBef>
              <a:spcAft>
                <a:spcPts val="0"/>
              </a:spcAft>
              <a:buSzPts val="1800"/>
              <a:buChar char="●"/>
              <a:defRPr sz="1800"/>
            </a:lvl4pPr>
            <a:lvl5pPr indent="-342900" lvl="4" marL="2286000" algn="l">
              <a:lnSpc>
                <a:spcPct val="100000"/>
              </a:lnSpc>
              <a:spcBef>
                <a:spcPts val="1000"/>
              </a:spcBef>
              <a:spcAft>
                <a:spcPts val="0"/>
              </a:spcAft>
              <a:buSzPts val="1800"/>
              <a:buChar char="○"/>
              <a:defRPr sz="1800"/>
            </a:lvl5pPr>
            <a:lvl6pPr indent="-342900" lvl="5" marL="2743200" algn="l">
              <a:lnSpc>
                <a:spcPct val="100000"/>
              </a:lnSpc>
              <a:spcBef>
                <a:spcPts val="1000"/>
              </a:spcBef>
              <a:spcAft>
                <a:spcPts val="0"/>
              </a:spcAft>
              <a:buSzPts val="1800"/>
              <a:buChar char="■"/>
              <a:defRPr sz="1800"/>
            </a:lvl6pPr>
            <a:lvl7pPr indent="-342900" lvl="6" marL="3200400" algn="l">
              <a:lnSpc>
                <a:spcPct val="100000"/>
              </a:lnSpc>
              <a:spcBef>
                <a:spcPts val="1000"/>
              </a:spcBef>
              <a:spcAft>
                <a:spcPts val="0"/>
              </a:spcAft>
              <a:buSzPts val="1800"/>
              <a:buChar char="●"/>
              <a:defRPr sz="1800"/>
            </a:lvl7pPr>
            <a:lvl8pPr indent="-342900" lvl="7" marL="3657600" algn="l">
              <a:lnSpc>
                <a:spcPct val="100000"/>
              </a:lnSpc>
              <a:spcBef>
                <a:spcPts val="1000"/>
              </a:spcBef>
              <a:spcAft>
                <a:spcPts val="0"/>
              </a:spcAft>
              <a:buSzPts val="1800"/>
              <a:buChar char="○"/>
              <a:defRPr sz="1800"/>
            </a:lvl8pPr>
            <a:lvl9pPr indent="-342900" lvl="8" marL="4114800" algn="l">
              <a:lnSpc>
                <a:spcPct val="100000"/>
              </a:lnSpc>
              <a:spcBef>
                <a:spcPts val="1000"/>
              </a:spcBef>
              <a:spcAft>
                <a:spcPts val="1000"/>
              </a:spcAft>
              <a:buSzPts val="1800"/>
              <a:buChar char="■"/>
              <a:defRPr sz="1800"/>
            </a:lvl9pPr>
          </a:lstStyle>
          <a:p/>
        </p:txBody>
      </p:sp>
      <p:sp>
        <p:nvSpPr>
          <p:cNvPr id="141" name="Google Shape;141;g1037e35e0a9_0_320"/>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42" name="Google Shape;142;g1037e35e0a9_0_320"/>
          <p:cNvSpPr/>
          <p:nvPr/>
        </p:nvSpPr>
        <p:spPr>
          <a:xfrm rot="10338673">
            <a:off x="8747978" y="1166276"/>
            <a:ext cx="113410" cy="954720"/>
          </a:xfrm>
          <a:custGeom>
            <a:rect b="b" l="l" r="r" t="t"/>
            <a:pathLst>
              <a:path extrusionOk="0" h="452156" w="53711">
                <a:moveTo>
                  <a:pt x="39194" y="6047"/>
                </a:moveTo>
                <a:cubicBezTo>
                  <a:pt x="16217" y="151582"/>
                  <a:pt x="8039" y="298805"/>
                  <a:pt x="15" y="445744"/>
                </a:cubicBezTo>
                <a:cubicBezTo>
                  <a:pt x="-533" y="455478"/>
                  <a:pt x="14244" y="453439"/>
                  <a:pt x="14748" y="444275"/>
                </a:cubicBezTo>
                <a:cubicBezTo>
                  <a:pt x="22707" y="298586"/>
                  <a:pt x="30819" y="152678"/>
                  <a:pt x="53598" y="8393"/>
                </a:cubicBezTo>
                <a:cubicBezTo>
                  <a:pt x="55133" y="-1298"/>
                  <a:pt x="40597" y="-3271"/>
                  <a:pt x="39194" y="604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3" name="Google Shape;143;g1037e35e0a9_0_320"/>
          <p:cNvSpPr/>
          <p:nvPr/>
        </p:nvSpPr>
        <p:spPr>
          <a:xfrm rot="10338673">
            <a:off x="8873347" y="1615233"/>
            <a:ext cx="80494" cy="399320"/>
          </a:xfrm>
          <a:custGeom>
            <a:rect b="b" l="l" r="r" t="t"/>
            <a:pathLst>
              <a:path extrusionOk="0" h="189118" w="38122">
                <a:moveTo>
                  <a:pt x="23673" y="6072"/>
                </a:moveTo>
                <a:cubicBezTo>
                  <a:pt x="15809" y="64288"/>
                  <a:pt x="7945" y="122498"/>
                  <a:pt x="82" y="180701"/>
                </a:cubicBezTo>
                <a:cubicBezTo>
                  <a:pt x="-1212" y="190414"/>
                  <a:pt x="13237" y="192409"/>
                  <a:pt x="14486" y="183047"/>
                </a:cubicBezTo>
                <a:cubicBezTo>
                  <a:pt x="22364" y="124844"/>
                  <a:pt x="30213" y="66634"/>
                  <a:pt x="38033" y="8418"/>
                </a:cubicBezTo>
                <a:cubicBezTo>
                  <a:pt x="39393" y="-1295"/>
                  <a:pt x="24879" y="-3290"/>
                  <a:pt x="23673" y="607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 name="Google Shape;144;g1037e35e0a9_0_320"/>
          <p:cNvSpPr/>
          <p:nvPr/>
        </p:nvSpPr>
        <p:spPr>
          <a:xfrm>
            <a:off x="3152266" y="381106"/>
            <a:ext cx="888148" cy="61490"/>
          </a:xfrm>
          <a:custGeom>
            <a:rect b="b" l="l" r="r" t="t"/>
            <a:pathLst>
              <a:path extrusionOk="0" h="29142" w="420923">
                <a:moveTo>
                  <a:pt x="413489" y="13189"/>
                </a:moveTo>
                <a:cubicBezTo>
                  <a:pt x="278455" y="16526"/>
                  <a:pt x="143334" y="12132"/>
                  <a:pt x="8805" y="34"/>
                </a:cubicBezTo>
                <a:cubicBezTo>
                  <a:pt x="-293" y="-799"/>
                  <a:pt x="-3933" y="13847"/>
                  <a:pt x="5670" y="14702"/>
                </a:cubicBezTo>
                <a:cubicBezTo>
                  <a:pt x="141449" y="26940"/>
                  <a:pt x="277798" y="31404"/>
                  <a:pt x="414081" y="28076"/>
                </a:cubicBezTo>
                <a:cubicBezTo>
                  <a:pt x="423377" y="27769"/>
                  <a:pt x="423223" y="12970"/>
                  <a:pt x="413489" y="1318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 name="Google Shape;145;g1037e35e0a9_0_320"/>
          <p:cNvSpPr/>
          <p:nvPr/>
        </p:nvSpPr>
        <p:spPr>
          <a:xfrm>
            <a:off x="4094271" y="411908"/>
            <a:ext cx="86890" cy="31179"/>
          </a:xfrm>
          <a:custGeom>
            <a:rect b="b" l="l" r="r" t="t"/>
            <a:pathLst>
              <a:path extrusionOk="0" h="14777" w="41180">
                <a:moveTo>
                  <a:pt x="33693" y="0"/>
                </a:moveTo>
                <a:lnTo>
                  <a:pt x="6835" y="0"/>
                </a:lnTo>
                <a:cubicBezTo>
                  <a:pt x="-2461" y="0"/>
                  <a:pt x="-2286" y="14777"/>
                  <a:pt x="7427" y="14777"/>
                </a:cubicBezTo>
                <a:lnTo>
                  <a:pt x="34307" y="14777"/>
                </a:lnTo>
                <a:cubicBezTo>
                  <a:pt x="43669" y="14777"/>
                  <a:pt x="43471" y="0"/>
                  <a:pt x="33693"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 name="Google Shape;146;g1037e35e0a9_0_320"/>
          <p:cNvSpPr/>
          <p:nvPr/>
        </p:nvSpPr>
        <p:spPr>
          <a:xfrm>
            <a:off x="4264152" y="411573"/>
            <a:ext cx="299728" cy="40681"/>
          </a:xfrm>
          <a:custGeom>
            <a:rect b="b" l="l" r="r" t="t"/>
            <a:pathLst>
              <a:path extrusionOk="0" h="19280" w="142051">
                <a:moveTo>
                  <a:pt x="136384" y="4500"/>
                </a:moveTo>
                <a:lnTo>
                  <a:pt x="8783" y="5"/>
                </a:lnTo>
                <a:cubicBezTo>
                  <a:pt x="-272" y="-323"/>
                  <a:pt x="-3933" y="14344"/>
                  <a:pt x="5648" y="14695"/>
                </a:cubicBezTo>
                <a:lnTo>
                  <a:pt x="133227" y="19277"/>
                </a:lnTo>
                <a:cubicBezTo>
                  <a:pt x="142282" y="19518"/>
                  <a:pt x="146031" y="4851"/>
                  <a:pt x="136384" y="450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 name="Google Shape;147;g1037e35e0a9_0_320"/>
          <p:cNvSpPr/>
          <p:nvPr/>
        </p:nvSpPr>
        <p:spPr>
          <a:xfrm rot="5534346">
            <a:off x="22341" y="3409311"/>
            <a:ext cx="681569" cy="214495"/>
          </a:xfrm>
          <a:custGeom>
            <a:rect b="b" l="l" r="r" t="t"/>
            <a:pathLst>
              <a:path extrusionOk="0" h="101579" w="322772">
                <a:moveTo>
                  <a:pt x="308867" y="12831"/>
                </a:moveTo>
                <a:cubicBezTo>
                  <a:pt x="298146" y="35457"/>
                  <a:pt x="274994" y="116227"/>
                  <a:pt x="241691" y="74877"/>
                </a:cubicBezTo>
                <a:cubicBezTo>
                  <a:pt x="226606" y="51615"/>
                  <a:pt x="229566" y="5595"/>
                  <a:pt x="194224" y="334"/>
                </a:cubicBezTo>
                <a:cubicBezTo>
                  <a:pt x="178877" y="-1990"/>
                  <a:pt x="165349" y="8161"/>
                  <a:pt x="157325" y="20460"/>
                </a:cubicBezTo>
                <a:cubicBezTo>
                  <a:pt x="146363" y="37211"/>
                  <a:pt x="147130" y="60538"/>
                  <a:pt x="133361" y="75425"/>
                </a:cubicBezTo>
                <a:cubicBezTo>
                  <a:pt x="125907" y="83493"/>
                  <a:pt x="113761" y="87221"/>
                  <a:pt x="105692" y="77925"/>
                </a:cubicBezTo>
                <a:cubicBezTo>
                  <a:pt x="91836" y="58697"/>
                  <a:pt x="101308" y="30480"/>
                  <a:pt x="85040" y="12019"/>
                </a:cubicBezTo>
                <a:cubicBezTo>
                  <a:pt x="56538" y="-22380"/>
                  <a:pt x="11110" y="29318"/>
                  <a:pt x="630" y="55386"/>
                </a:cubicBezTo>
                <a:cubicBezTo>
                  <a:pt x="-3009" y="64441"/>
                  <a:pt x="10145" y="70339"/>
                  <a:pt x="13785" y="61415"/>
                </a:cubicBezTo>
                <a:cubicBezTo>
                  <a:pt x="27992" y="24319"/>
                  <a:pt x="78221" y="-12668"/>
                  <a:pt x="82496" y="51571"/>
                </a:cubicBezTo>
                <a:cubicBezTo>
                  <a:pt x="84097" y="65734"/>
                  <a:pt x="86640" y="82003"/>
                  <a:pt x="98129" y="91803"/>
                </a:cubicBezTo>
                <a:cubicBezTo>
                  <a:pt x="110954" y="102765"/>
                  <a:pt x="128560" y="98863"/>
                  <a:pt x="140355" y="88558"/>
                </a:cubicBezTo>
                <a:cubicBezTo>
                  <a:pt x="155703" y="75184"/>
                  <a:pt x="157632" y="55079"/>
                  <a:pt x="164867" y="37255"/>
                </a:cubicBezTo>
                <a:cubicBezTo>
                  <a:pt x="172102" y="19430"/>
                  <a:pt x="191308" y="5464"/>
                  <a:pt x="205690" y="25086"/>
                </a:cubicBezTo>
                <a:cubicBezTo>
                  <a:pt x="222397" y="47844"/>
                  <a:pt x="217508" y="92066"/>
                  <a:pt x="250965" y="100880"/>
                </a:cubicBezTo>
                <a:cubicBezTo>
                  <a:pt x="294375" y="108729"/>
                  <a:pt x="307464" y="48633"/>
                  <a:pt x="322022" y="18904"/>
                </a:cubicBezTo>
                <a:cubicBezTo>
                  <a:pt x="326034" y="9915"/>
                  <a:pt x="312836" y="4039"/>
                  <a:pt x="308867" y="1283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 name="Google Shape;148;g1037e35e0a9_0_320"/>
          <p:cNvSpPr/>
          <p:nvPr/>
        </p:nvSpPr>
        <p:spPr>
          <a:xfrm>
            <a:off x="6092030" y="4766054"/>
            <a:ext cx="880619" cy="47277"/>
          </a:xfrm>
          <a:custGeom>
            <a:rect b="b" l="l" r="r" t="t"/>
            <a:pathLst>
              <a:path extrusionOk="0" h="22406" w="417355">
                <a:moveTo>
                  <a:pt x="409929" y="3189"/>
                </a:moveTo>
                <a:lnTo>
                  <a:pt x="209122" y="5951"/>
                </a:lnTo>
                <a:cubicBezTo>
                  <a:pt x="142580" y="6872"/>
                  <a:pt x="74658" y="11476"/>
                  <a:pt x="8775" y="119"/>
                </a:cubicBezTo>
                <a:cubicBezTo>
                  <a:pt x="-302" y="-1459"/>
                  <a:pt x="-3897" y="13142"/>
                  <a:pt x="5618" y="14787"/>
                </a:cubicBezTo>
                <a:cubicBezTo>
                  <a:pt x="71391" y="26122"/>
                  <a:pt x="139029" y="21715"/>
                  <a:pt x="205351" y="20794"/>
                </a:cubicBezTo>
                <a:lnTo>
                  <a:pt x="410521" y="17966"/>
                </a:lnTo>
                <a:cubicBezTo>
                  <a:pt x="419817" y="17747"/>
                  <a:pt x="419641" y="2969"/>
                  <a:pt x="409929" y="318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9" name="Google Shape;149;g1037e35e0a9_0_320"/>
          <p:cNvSpPr/>
          <p:nvPr/>
        </p:nvSpPr>
        <p:spPr>
          <a:xfrm>
            <a:off x="6467384" y="4872362"/>
            <a:ext cx="285390" cy="35142"/>
          </a:xfrm>
          <a:custGeom>
            <a:rect b="b" l="l" r="r" t="t"/>
            <a:pathLst>
              <a:path extrusionOk="0" h="16655" w="135256">
                <a:moveTo>
                  <a:pt x="129610" y="810"/>
                </a:moveTo>
                <a:cubicBezTo>
                  <a:pt x="88677" y="-549"/>
                  <a:pt x="47766" y="-198"/>
                  <a:pt x="6832" y="1863"/>
                </a:cubicBezTo>
                <a:cubicBezTo>
                  <a:pt x="-2442" y="2345"/>
                  <a:pt x="-2310" y="17210"/>
                  <a:pt x="7446" y="16640"/>
                </a:cubicBezTo>
                <a:cubicBezTo>
                  <a:pt x="47130" y="14601"/>
                  <a:pt x="86835" y="14228"/>
                  <a:pt x="126562" y="15478"/>
                </a:cubicBezTo>
                <a:cubicBezTo>
                  <a:pt x="135507" y="15785"/>
                  <a:pt x="139191" y="1117"/>
                  <a:pt x="129610" y="81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0" name="Shape 150"/>
        <p:cNvGrpSpPr/>
        <p:nvPr/>
      </p:nvGrpSpPr>
      <p:grpSpPr>
        <a:xfrm>
          <a:off x="0" y="0"/>
          <a:ext cx="0" cy="0"/>
          <a:chOff x="0" y="0"/>
          <a:chExt cx="0" cy="0"/>
        </a:xfrm>
      </p:grpSpPr>
      <p:sp>
        <p:nvSpPr>
          <p:cNvPr id="151" name="Google Shape;151;g1037e35e0a9_0_337"/>
          <p:cNvSpPr/>
          <p:nvPr/>
        </p:nvSpPr>
        <p:spPr>
          <a:xfrm rot="-884877">
            <a:off x="7997294" y="3564834"/>
            <a:ext cx="912816" cy="928284"/>
          </a:xfrm>
          <a:custGeom>
            <a:rect b="b" l="l" r="r" t="t"/>
            <a:pathLst>
              <a:path extrusionOk="0" h="559316" w="549996">
                <a:moveTo>
                  <a:pt x="536665" y="198722"/>
                </a:moveTo>
                <a:cubicBezTo>
                  <a:pt x="507988" y="55467"/>
                  <a:pt x="324589" y="-49573"/>
                  <a:pt x="179295" y="24291"/>
                </a:cubicBezTo>
                <a:cubicBezTo>
                  <a:pt x="17974" y="106420"/>
                  <a:pt x="-81169" y="375917"/>
                  <a:pt x="88111" y="512244"/>
                </a:cubicBezTo>
                <a:cubicBezTo>
                  <a:pt x="141168" y="554536"/>
                  <a:pt x="210888" y="558504"/>
                  <a:pt x="276092" y="557584"/>
                </a:cubicBezTo>
                <a:cubicBezTo>
                  <a:pt x="484178" y="579947"/>
                  <a:pt x="588999" y="381814"/>
                  <a:pt x="536665" y="19872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 name="Google Shape;152;g1037e35e0a9_0_337"/>
          <p:cNvSpPr/>
          <p:nvPr/>
        </p:nvSpPr>
        <p:spPr>
          <a:xfrm>
            <a:off x="642525" y="4216625"/>
            <a:ext cx="5890324" cy="562639"/>
          </a:xfrm>
          <a:custGeom>
            <a:rect b="b" l="l" r="r" t="t"/>
            <a:pathLst>
              <a:path extrusionOk="0" h="399035" w="3290684">
                <a:moveTo>
                  <a:pt x="3288221" y="146895"/>
                </a:moveTo>
                <a:cubicBezTo>
                  <a:pt x="3288879" y="83708"/>
                  <a:pt x="3268160" y="25739"/>
                  <a:pt x="3196488" y="21201"/>
                </a:cubicBezTo>
                <a:cubicBezTo>
                  <a:pt x="2907830" y="16005"/>
                  <a:pt x="2618711" y="18197"/>
                  <a:pt x="2329921" y="14777"/>
                </a:cubicBezTo>
                <a:cubicBezTo>
                  <a:pt x="1580495" y="9866"/>
                  <a:pt x="931222" y="0"/>
                  <a:pt x="181841" y="0"/>
                </a:cubicBezTo>
                <a:cubicBezTo>
                  <a:pt x="-44245" y="0"/>
                  <a:pt x="4866" y="162044"/>
                  <a:pt x="3813" y="206244"/>
                </a:cubicBezTo>
                <a:cubicBezTo>
                  <a:pt x="-6272" y="347395"/>
                  <a:pt x="64456" y="394927"/>
                  <a:pt x="198174" y="383395"/>
                </a:cubicBezTo>
                <a:lnTo>
                  <a:pt x="1064019" y="387780"/>
                </a:lnTo>
                <a:lnTo>
                  <a:pt x="2795708" y="396549"/>
                </a:lnTo>
                <a:cubicBezTo>
                  <a:pt x="2909277" y="397119"/>
                  <a:pt x="3023284" y="400671"/>
                  <a:pt x="3136832" y="398128"/>
                </a:cubicBezTo>
                <a:cubicBezTo>
                  <a:pt x="3275790" y="400627"/>
                  <a:pt x="3299512" y="257767"/>
                  <a:pt x="3288221" y="14689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 name="Google Shape;153;g1037e35e0a9_0_337"/>
          <p:cNvSpPr/>
          <p:nvPr/>
        </p:nvSpPr>
        <p:spPr>
          <a:xfrm>
            <a:off x="368194" y="422127"/>
            <a:ext cx="8379859" cy="4302579"/>
          </a:xfrm>
          <a:custGeom>
            <a:rect b="b" l="l" r="r" t="t"/>
            <a:pathLst>
              <a:path extrusionOk="0" h="2039137" w="3971497">
                <a:moveTo>
                  <a:pt x="3947725" y="299512"/>
                </a:moveTo>
                <a:cubicBezTo>
                  <a:pt x="3924134" y="113307"/>
                  <a:pt x="3885284" y="33501"/>
                  <a:pt x="3686450" y="8902"/>
                </a:cubicBezTo>
                <a:cubicBezTo>
                  <a:pt x="3601997" y="-3398"/>
                  <a:pt x="3538196" y="330"/>
                  <a:pt x="3453085" y="1250"/>
                </a:cubicBezTo>
                <a:cubicBezTo>
                  <a:pt x="2545650" y="21443"/>
                  <a:pt x="1638390" y="51765"/>
                  <a:pt x="731371" y="878"/>
                </a:cubicBezTo>
                <a:cubicBezTo>
                  <a:pt x="642467" y="-87"/>
                  <a:pt x="553519" y="1250"/>
                  <a:pt x="464769" y="6534"/>
                </a:cubicBezTo>
                <a:cubicBezTo>
                  <a:pt x="385183" y="11292"/>
                  <a:pt x="302374" y="15304"/>
                  <a:pt x="224563" y="33743"/>
                </a:cubicBezTo>
                <a:cubicBezTo>
                  <a:pt x="159908" y="49090"/>
                  <a:pt x="106653" y="83204"/>
                  <a:pt x="86570" y="149329"/>
                </a:cubicBezTo>
                <a:cubicBezTo>
                  <a:pt x="9067" y="671747"/>
                  <a:pt x="-7925" y="1209227"/>
                  <a:pt x="2994" y="1737127"/>
                </a:cubicBezTo>
                <a:cubicBezTo>
                  <a:pt x="7729" y="2035301"/>
                  <a:pt x="225024" y="2012784"/>
                  <a:pt x="454881" y="2012828"/>
                </a:cubicBezTo>
                <a:cubicBezTo>
                  <a:pt x="1452075" y="2021379"/>
                  <a:pt x="2463170" y="2030543"/>
                  <a:pt x="3459136" y="2039138"/>
                </a:cubicBezTo>
                <a:cubicBezTo>
                  <a:pt x="3468432" y="2039138"/>
                  <a:pt x="3468235" y="2024426"/>
                  <a:pt x="3458544" y="2024339"/>
                </a:cubicBezTo>
                <a:cubicBezTo>
                  <a:pt x="2395752" y="2013552"/>
                  <a:pt x="1331030" y="2008487"/>
                  <a:pt x="268237" y="1995157"/>
                </a:cubicBezTo>
                <a:cubicBezTo>
                  <a:pt x="201871" y="1991167"/>
                  <a:pt x="129981" y="1978933"/>
                  <a:pt x="80870" y="1929997"/>
                </a:cubicBezTo>
                <a:cubicBezTo>
                  <a:pt x="27856" y="1877181"/>
                  <a:pt x="19898" y="1797332"/>
                  <a:pt x="17289" y="1726406"/>
                </a:cubicBezTo>
                <a:cubicBezTo>
                  <a:pt x="11150" y="1553355"/>
                  <a:pt x="12904" y="1379647"/>
                  <a:pt x="17289" y="1206596"/>
                </a:cubicBezTo>
                <a:cubicBezTo>
                  <a:pt x="24962" y="897125"/>
                  <a:pt x="46317" y="588368"/>
                  <a:pt x="81352" y="280328"/>
                </a:cubicBezTo>
                <a:cubicBezTo>
                  <a:pt x="89990" y="206026"/>
                  <a:pt x="89333" y="112868"/>
                  <a:pt x="163591" y="71825"/>
                </a:cubicBezTo>
                <a:cubicBezTo>
                  <a:pt x="194285" y="54286"/>
                  <a:pt x="229825" y="46349"/>
                  <a:pt x="264444" y="40978"/>
                </a:cubicBezTo>
                <a:cubicBezTo>
                  <a:pt x="347341" y="28174"/>
                  <a:pt x="431728" y="22408"/>
                  <a:pt x="515502" y="18746"/>
                </a:cubicBezTo>
                <a:cubicBezTo>
                  <a:pt x="692894" y="11029"/>
                  <a:pt x="870483" y="17869"/>
                  <a:pt x="1047743" y="26113"/>
                </a:cubicBezTo>
                <a:cubicBezTo>
                  <a:pt x="1755029" y="63845"/>
                  <a:pt x="2462863" y="37711"/>
                  <a:pt x="3170346" y="20654"/>
                </a:cubicBezTo>
                <a:cubicBezTo>
                  <a:pt x="3346028" y="20478"/>
                  <a:pt x="3500947" y="3289"/>
                  <a:pt x="3675948" y="22605"/>
                </a:cubicBezTo>
                <a:cubicBezTo>
                  <a:pt x="3819576" y="42556"/>
                  <a:pt x="3893001" y="73821"/>
                  <a:pt x="3920034" y="229880"/>
                </a:cubicBezTo>
                <a:cubicBezTo>
                  <a:pt x="4003348" y="663591"/>
                  <a:pt x="3918609" y="1093707"/>
                  <a:pt x="3926392" y="1543489"/>
                </a:cubicBezTo>
                <a:cubicBezTo>
                  <a:pt x="3926568" y="1553092"/>
                  <a:pt x="3940665" y="1547436"/>
                  <a:pt x="3940490" y="1538337"/>
                </a:cubicBezTo>
                <a:cubicBezTo>
                  <a:pt x="3933321" y="1127383"/>
                  <a:pt x="4008215" y="711694"/>
                  <a:pt x="3947725" y="29951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 name="Google Shape;154;g1037e35e0a9_0_337"/>
          <p:cNvSpPr txBox="1"/>
          <p:nvPr>
            <p:ph idx="1" type="body"/>
          </p:nvPr>
        </p:nvSpPr>
        <p:spPr>
          <a:xfrm>
            <a:off x="823076" y="4261808"/>
            <a:ext cx="5522700" cy="391200"/>
          </a:xfrm>
          <a:prstGeom prst="rect">
            <a:avLst/>
          </a:prstGeom>
          <a:noFill/>
          <a:ln>
            <a:noFill/>
          </a:ln>
        </p:spPr>
        <p:txBody>
          <a:bodyPr anchorCtr="0" anchor="ctr" bIns="0" lIns="0" spcFirstLastPara="1" rIns="0" wrap="square" tIns="0">
            <a:noAutofit/>
          </a:bodyPr>
          <a:lstStyle>
            <a:lvl1pPr indent="-228600" lvl="0" marL="457200" algn="l">
              <a:lnSpc>
                <a:spcPct val="100000"/>
              </a:lnSpc>
              <a:spcBef>
                <a:spcPts val="0"/>
              </a:spcBef>
              <a:spcAft>
                <a:spcPts val="0"/>
              </a:spcAft>
              <a:buSzPts val="1600"/>
              <a:buNone/>
              <a:defRPr sz="1600"/>
            </a:lvl1pPr>
          </a:lstStyle>
          <a:p/>
        </p:txBody>
      </p:sp>
      <p:sp>
        <p:nvSpPr>
          <p:cNvPr id="155" name="Google Shape;155;g1037e35e0a9_0_337"/>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56" name="Google Shape;156;g1037e35e0a9_0_337"/>
          <p:cNvSpPr/>
          <p:nvPr/>
        </p:nvSpPr>
        <p:spPr>
          <a:xfrm rot="5400000">
            <a:off x="312168" y="304611"/>
            <a:ext cx="746254" cy="775710"/>
          </a:xfrm>
          <a:custGeom>
            <a:rect b="b" l="l" r="r" t="t"/>
            <a:pathLst>
              <a:path extrusionOk="0" h="367635" w="353675">
                <a:moveTo>
                  <a:pt x="349850" y="316408"/>
                </a:moveTo>
                <a:cubicBezTo>
                  <a:pt x="344216" y="307967"/>
                  <a:pt x="337265" y="300140"/>
                  <a:pt x="331061" y="292094"/>
                </a:cubicBezTo>
                <a:cubicBezTo>
                  <a:pt x="325295" y="284639"/>
                  <a:pt x="312907" y="293387"/>
                  <a:pt x="318542" y="300688"/>
                </a:cubicBezTo>
                <a:cubicBezTo>
                  <a:pt x="320142" y="302661"/>
                  <a:pt x="330951" y="317022"/>
                  <a:pt x="332574" y="318447"/>
                </a:cubicBezTo>
                <a:cubicBezTo>
                  <a:pt x="270198" y="313689"/>
                  <a:pt x="197781" y="305292"/>
                  <a:pt x="142554" y="274598"/>
                </a:cubicBezTo>
                <a:cubicBezTo>
                  <a:pt x="87348" y="239760"/>
                  <a:pt x="52202" y="175937"/>
                  <a:pt x="31747" y="115404"/>
                </a:cubicBezTo>
                <a:cubicBezTo>
                  <a:pt x="20542" y="80171"/>
                  <a:pt x="14804" y="43432"/>
                  <a:pt x="14733" y="6461"/>
                </a:cubicBezTo>
                <a:cubicBezTo>
                  <a:pt x="14733" y="-3318"/>
                  <a:pt x="-44" y="-1323"/>
                  <a:pt x="0" y="7930"/>
                </a:cubicBezTo>
                <a:cubicBezTo>
                  <a:pt x="1184" y="107971"/>
                  <a:pt x="41065" y="213209"/>
                  <a:pt x="119862" y="277470"/>
                </a:cubicBezTo>
                <a:cubicBezTo>
                  <a:pt x="177501" y="318403"/>
                  <a:pt x="263467" y="328116"/>
                  <a:pt x="332705" y="333158"/>
                </a:cubicBezTo>
                <a:cubicBezTo>
                  <a:pt x="322510" y="340196"/>
                  <a:pt x="316437" y="346182"/>
                  <a:pt x="307470" y="353702"/>
                </a:cubicBezTo>
                <a:cubicBezTo>
                  <a:pt x="300301" y="359863"/>
                  <a:pt x="307821" y="372250"/>
                  <a:pt x="315275" y="365848"/>
                </a:cubicBezTo>
                <a:lnTo>
                  <a:pt x="340028" y="344647"/>
                </a:lnTo>
                <a:cubicBezTo>
                  <a:pt x="350048" y="337171"/>
                  <a:pt x="359037" y="328927"/>
                  <a:pt x="349850" y="31640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7" name="Google Shape;157;g1037e35e0a9_0_337"/>
          <p:cNvSpPr/>
          <p:nvPr/>
        </p:nvSpPr>
        <p:spPr>
          <a:xfrm rot="-9525180">
            <a:off x="252849" y="4358394"/>
            <a:ext cx="290510" cy="231333"/>
          </a:xfrm>
          <a:custGeom>
            <a:rect b="b" l="l" r="r" t="t"/>
            <a:pathLst>
              <a:path extrusionOk="0" h="109585" w="137618">
                <a:moveTo>
                  <a:pt x="136999" y="99882"/>
                </a:moveTo>
                <a:cubicBezTo>
                  <a:pt x="113869" y="47085"/>
                  <a:pt x="65635" y="9548"/>
                  <a:pt x="8785" y="104"/>
                </a:cubicBezTo>
                <a:cubicBezTo>
                  <a:pt x="-292" y="-1365"/>
                  <a:pt x="-3910" y="13258"/>
                  <a:pt x="5627" y="14771"/>
                </a:cubicBezTo>
                <a:cubicBezTo>
                  <a:pt x="57435" y="23274"/>
                  <a:pt x="101482" y="57237"/>
                  <a:pt x="122902" y="105166"/>
                </a:cubicBezTo>
                <a:cubicBezTo>
                  <a:pt x="126738" y="113936"/>
                  <a:pt x="140705" y="108323"/>
                  <a:pt x="136999" y="9988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8" name="Google Shape;158;g1037e35e0a9_0_337"/>
          <p:cNvSpPr/>
          <p:nvPr/>
        </p:nvSpPr>
        <p:spPr>
          <a:xfrm rot="-9525180">
            <a:off x="217769" y="4512917"/>
            <a:ext cx="132490" cy="91286"/>
          </a:xfrm>
          <a:custGeom>
            <a:rect b="b" l="l" r="r" t="t"/>
            <a:pathLst>
              <a:path extrusionOk="0" h="43243" w="62762">
                <a:moveTo>
                  <a:pt x="60351" y="30032"/>
                </a:moveTo>
                <a:cubicBezTo>
                  <a:pt x="45705" y="17367"/>
                  <a:pt x="28955" y="7372"/>
                  <a:pt x="10845" y="500"/>
                </a:cubicBezTo>
                <a:cubicBezTo>
                  <a:pt x="2273" y="-2745"/>
                  <a:pt x="-4765" y="10739"/>
                  <a:pt x="4092" y="14093"/>
                </a:cubicBezTo>
                <a:cubicBezTo>
                  <a:pt x="20996" y="20446"/>
                  <a:pt x="36672" y="29731"/>
                  <a:pt x="50353" y="41521"/>
                </a:cubicBezTo>
                <a:cubicBezTo>
                  <a:pt x="57413" y="47594"/>
                  <a:pt x="67410" y="36127"/>
                  <a:pt x="60351" y="3003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 name="Google Shape;159;g1037e35e0a9_0_337"/>
          <p:cNvSpPr/>
          <p:nvPr/>
        </p:nvSpPr>
        <p:spPr>
          <a:xfrm rot="-167066">
            <a:off x="4934240" y="363639"/>
            <a:ext cx="888144" cy="61489"/>
          </a:xfrm>
          <a:custGeom>
            <a:rect b="b" l="l" r="r" t="t"/>
            <a:pathLst>
              <a:path extrusionOk="0" h="29142" w="420923">
                <a:moveTo>
                  <a:pt x="413489" y="13189"/>
                </a:moveTo>
                <a:cubicBezTo>
                  <a:pt x="278455" y="16526"/>
                  <a:pt x="143334" y="12132"/>
                  <a:pt x="8805" y="34"/>
                </a:cubicBezTo>
                <a:cubicBezTo>
                  <a:pt x="-293" y="-799"/>
                  <a:pt x="-3933" y="13847"/>
                  <a:pt x="5670" y="14702"/>
                </a:cubicBezTo>
                <a:cubicBezTo>
                  <a:pt x="141449" y="26940"/>
                  <a:pt x="277798" y="31404"/>
                  <a:pt x="414081" y="28076"/>
                </a:cubicBezTo>
                <a:cubicBezTo>
                  <a:pt x="423377" y="27769"/>
                  <a:pt x="423223" y="12970"/>
                  <a:pt x="413489" y="1318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 name="Google Shape;160;g1037e35e0a9_0_337"/>
          <p:cNvSpPr/>
          <p:nvPr/>
        </p:nvSpPr>
        <p:spPr>
          <a:xfrm rot="-167066">
            <a:off x="5876367" y="368207"/>
            <a:ext cx="86889" cy="31179"/>
          </a:xfrm>
          <a:custGeom>
            <a:rect b="b" l="l" r="r" t="t"/>
            <a:pathLst>
              <a:path extrusionOk="0" h="14777" w="41180">
                <a:moveTo>
                  <a:pt x="33693" y="0"/>
                </a:moveTo>
                <a:lnTo>
                  <a:pt x="6835" y="0"/>
                </a:lnTo>
                <a:cubicBezTo>
                  <a:pt x="-2461" y="0"/>
                  <a:pt x="-2286" y="14777"/>
                  <a:pt x="7427" y="14777"/>
                </a:cubicBezTo>
                <a:lnTo>
                  <a:pt x="34307" y="14777"/>
                </a:lnTo>
                <a:cubicBezTo>
                  <a:pt x="43669" y="14777"/>
                  <a:pt x="43471" y="0"/>
                  <a:pt x="33693"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 name="Google Shape;161;g1037e35e0a9_0_337"/>
          <p:cNvSpPr/>
          <p:nvPr/>
        </p:nvSpPr>
        <p:spPr>
          <a:xfrm rot="-167066">
            <a:off x="6046138" y="354459"/>
            <a:ext cx="299726" cy="40681"/>
          </a:xfrm>
          <a:custGeom>
            <a:rect b="b" l="l" r="r" t="t"/>
            <a:pathLst>
              <a:path extrusionOk="0" h="19280" w="142051">
                <a:moveTo>
                  <a:pt x="136384" y="4500"/>
                </a:moveTo>
                <a:lnTo>
                  <a:pt x="8783" y="5"/>
                </a:lnTo>
                <a:cubicBezTo>
                  <a:pt x="-272" y="-323"/>
                  <a:pt x="-3933" y="14344"/>
                  <a:pt x="5648" y="14695"/>
                </a:cubicBezTo>
                <a:lnTo>
                  <a:pt x="133227" y="19277"/>
                </a:lnTo>
                <a:cubicBezTo>
                  <a:pt x="142282" y="19518"/>
                  <a:pt x="146031" y="4851"/>
                  <a:pt x="136384" y="450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 name="Google Shape;162;g1037e35e0a9_0_337"/>
          <p:cNvSpPr/>
          <p:nvPr/>
        </p:nvSpPr>
        <p:spPr>
          <a:xfrm rot="5400000">
            <a:off x="8280263" y="2495763"/>
            <a:ext cx="850640" cy="154977"/>
          </a:xfrm>
          <a:custGeom>
            <a:rect b="b" l="l" r="r" t="t"/>
            <a:pathLst>
              <a:path extrusionOk="0" h="73536" w="403625">
                <a:moveTo>
                  <a:pt x="402034" y="57995"/>
                </a:moveTo>
                <a:cubicBezTo>
                  <a:pt x="349920" y="-4643"/>
                  <a:pt x="347223" y="-12273"/>
                  <a:pt x="293815" y="54948"/>
                </a:cubicBezTo>
                <a:cubicBezTo>
                  <a:pt x="244682" y="-17404"/>
                  <a:pt x="251829" y="2986"/>
                  <a:pt x="191361" y="49225"/>
                </a:cubicBezTo>
                <a:cubicBezTo>
                  <a:pt x="145320" y="-15189"/>
                  <a:pt x="150911" y="-15343"/>
                  <a:pt x="96669" y="42648"/>
                </a:cubicBezTo>
                <a:cubicBezTo>
                  <a:pt x="86321" y="25893"/>
                  <a:pt x="71785" y="12113"/>
                  <a:pt x="54508" y="2657"/>
                </a:cubicBezTo>
                <a:cubicBezTo>
                  <a:pt x="43897" y="-1442"/>
                  <a:pt x="13290" y="41442"/>
                  <a:pt x="2152" y="49554"/>
                </a:cubicBezTo>
                <a:cubicBezTo>
                  <a:pt x="-4644" y="56548"/>
                  <a:pt x="6230" y="65932"/>
                  <a:pt x="12983" y="58982"/>
                </a:cubicBezTo>
                <a:lnTo>
                  <a:pt x="52009" y="18838"/>
                </a:lnTo>
                <a:cubicBezTo>
                  <a:pt x="82462" y="34426"/>
                  <a:pt x="86825" y="72531"/>
                  <a:pt x="100243" y="59552"/>
                </a:cubicBezTo>
                <a:lnTo>
                  <a:pt x="120852" y="38307"/>
                </a:lnTo>
                <a:cubicBezTo>
                  <a:pt x="130455" y="27871"/>
                  <a:pt x="145298" y="3447"/>
                  <a:pt x="155800" y="26621"/>
                </a:cubicBezTo>
                <a:cubicBezTo>
                  <a:pt x="197105" y="84085"/>
                  <a:pt x="181473" y="72663"/>
                  <a:pt x="233785" y="33330"/>
                </a:cubicBezTo>
                <a:cubicBezTo>
                  <a:pt x="249659" y="14036"/>
                  <a:pt x="257223" y="29405"/>
                  <a:pt x="267264" y="44731"/>
                </a:cubicBezTo>
                <a:lnTo>
                  <a:pt x="286843" y="71040"/>
                </a:lnTo>
                <a:cubicBezTo>
                  <a:pt x="300195" y="86058"/>
                  <a:pt x="326855" y="28594"/>
                  <a:pt x="341106" y="23990"/>
                </a:cubicBezTo>
                <a:cubicBezTo>
                  <a:pt x="357462" y="17522"/>
                  <a:pt x="377238" y="56614"/>
                  <a:pt x="389493" y="66611"/>
                </a:cubicBezTo>
                <a:cubicBezTo>
                  <a:pt x="395632" y="73671"/>
                  <a:pt x="408020" y="64945"/>
                  <a:pt x="402034" y="5799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tely Blank">
  <p:cSld name="CUSTOM_4">
    <p:spTree>
      <p:nvGrpSpPr>
        <p:cNvPr id="163" name="Shape 163"/>
        <p:cNvGrpSpPr/>
        <p:nvPr/>
      </p:nvGrpSpPr>
      <p:grpSpPr>
        <a:xfrm>
          <a:off x="0" y="0"/>
          <a:ext cx="0" cy="0"/>
          <a:chOff x="0" y="0"/>
          <a:chExt cx="0" cy="0"/>
        </a:xfrm>
      </p:grpSpPr>
      <p:sp>
        <p:nvSpPr>
          <p:cNvPr id="164" name="Google Shape;164;g1037e35e0a9_0_350"/>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half">
  <p:cSld name="TITLE_AND_BODY_1">
    <p:spTree>
      <p:nvGrpSpPr>
        <p:cNvPr id="165" name="Shape 165"/>
        <p:cNvGrpSpPr/>
        <p:nvPr/>
      </p:nvGrpSpPr>
      <p:grpSpPr>
        <a:xfrm>
          <a:off x="0" y="0"/>
          <a:ext cx="0" cy="0"/>
          <a:chOff x="0" y="0"/>
          <a:chExt cx="0" cy="0"/>
        </a:xfrm>
      </p:grpSpPr>
      <p:sp>
        <p:nvSpPr>
          <p:cNvPr id="166" name="Google Shape;166;g1037e35e0a9_0_352"/>
          <p:cNvSpPr/>
          <p:nvPr/>
        </p:nvSpPr>
        <p:spPr>
          <a:xfrm>
            <a:off x="0" y="0"/>
            <a:ext cx="9144000" cy="5143500"/>
          </a:xfrm>
          <a:prstGeom prst="rect">
            <a:avLst/>
          </a:prstGeom>
          <a:gradFill>
            <a:gsLst>
              <a:gs pos="0">
                <a:schemeClr val="lt1"/>
              </a:gs>
              <a:gs pos="26000">
                <a:schemeClr val="lt1"/>
              </a:gs>
              <a:gs pos="48000">
                <a:srgbClr val="FFFFFF">
                  <a:alpha val="0"/>
                </a:srgbClr>
              </a:gs>
              <a:gs pos="100000">
                <a:srgbClr val="FFFFFF">
                  <a:alpha val="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g1037e35e0a9_0_352"/>
          <p:cNvSpPr/>
          <p:nvPr/>
        </p:nvSpPr>
        <p:spPr>
          <a:xfrm rot="10800000">
            <a:off x="478120" y="499499"/>
            <a:ext cx="3891580" cy="4389451"/>
          </a:xfrm>
          <a:custGeom>
            <a:rect b="b" l="l" r="r" t="t"/>
            <a:pathLst>
              <a:path extrusionOk="0" h="513236" w="873041">
                <a:moveTo>
                  <a:pt x="807026" y="87874"/>
                </a:moveTo>
                <a:cubicBezTo>
                  <a:pt x="687888" y="-12496"/>
                  <a:pt x="94894" y="-27493"/>
                  <a:pt x="35062" y="46020"/>
                </a:cubicBezTo>
                <a:cubicBezTo>
                  <a:pt x="-6967" y="97718"/>
                  <a:pt x="2767" y="252111"/>
                  <a:pt x="1233" y="323344"/>
                </a:cubicBezTo>
                <a:cubicBezTo>
                  <a:pt x="-5849" y="404706"/>
                  <a:pt x="16010" y="492163"/>
                  <a:pt x="108027" y="508036"/>
                </a:cubicBezTo>
                <a:cubicBezTo>
                  <a:pt x="181211" y="520007"/>
                  <a:pt x="256478" y="507488"/>
                  <a:pt x="330298" y="508036"/>
                </a:cubicBezTo>
                <a:cubicBezTo>
                  <a:pt x="482038" y="490497"/>
                  <a:pt x="728667" y="541318"/>
                  <a:pt x="831077" y="410055"/>
                </a:cubicBezTo>
                <a:cubicBezTo>
                  <a:pt x="891479" y="316196"/>
                  <a:pt x="889396" y="168425"/>
                  <a:pt x="807026" y="8787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 name="Google Shape;168;g1037e35e0a9_0_352"/>
          <p:cNvSpPr/>
          <p:nvPr/>
        </p:nvSpPr>
        <p:spPr>
          <a:xfrm>
            <a:off x="359638" y="371200"/>
            <a:ext cx="3869146" cy="4400299"/>
          </a:xfrm>
          <a:custGeom>
            <a:rect b="b" l="l" r="r" t="t"/>
            <a:pathLst>
              <a:path extrusionOk="0" h="1953518" w="1717712">
                <a:moveTo>
                  <a:pt x="1717677" y="1051758"/>
                </a:moveTo>
                <a:cubicBezTo>
                  <a:pt x="1717041" y="813899"/>
                  <a:pt x="1713292" y="575995"/>
                  <a:pt x="1710661" y="338136"/>
                </a:cubicBezTo>
                <a:cubicBezTo>
                  <a:pt x="1721382" y="143007"/>
                  <a:pt x="1668478" y="-11692"/>
                  <a:pt x="1396636" y="695"/>
                </a:cubicBezTo>
                <a:cubicBezTo>
                  <a:pt x="1075945" y="147"/>
                  <a:pt x="626492" y="30556"/>
                  <a:pt x="313102" y="62895"/>
                </a:cubicBezTo>
                <a:cubicBezTo>
                  <a:pt x="228254" y="71248"/>
                  <a:pt x="127029" y="84929"/>
                  <a:pt x="80877" y="166423"/>
                </a:cubicBezTo>
                <a:cubicBezTo>
                  <a:pt x="57506" y="207641"/>
                  <a:pt x="52222" y="256313"/>
                  <a:pt x="47991" y="302574"/>
                </a:cubicBezTo>
                <a:cubicBezTo>
                  <a:pt x="26527" y="536443"/>
                  <a:pt x="5742" y="770773"/>
                  <a:pt x="765" y="1005673"/>
                </a:cubicBezTo>
                <a:cubicBezTo>
                  <a:pt x="-2436" y="1229303"/>
                  <a:pt x="2826" y="1455674"/>
                  <a:pt x="47355" y="1675512"/>
                </a:cubicBezTo>
                <a:cubicBezTo>
                  <a:pt x="105433" y="1930275"/>
                  <a:pt x="294247" y="1910587"/>
                  <a:pt x="507266" y="1924377"/>
                </a:cubicBezTo>
                <a:cubicBezTo>
                  <a:pt x="802152" y="1942663"/>
                  <a:pt x="1097629" y="1958514"/>
                  <a:pt x="1393172" y="1952046"/>
                </a:cubicBezTo>
                <a:cubicBezTo>
                  <a:pt x="1441055" y="1950775"/>
                  <a:pt x="1490210" y="1947420"/>
                  <a:pt x="1535440" y="1930429"/>
                </a:cubicBezTo>
                <a:cubicBezTo>
                  <a:pt x="1677402" y="1878007"/>
                  <a:pt x="1689065" y="1706645"/>
                  <a:pt x="1699874" y="1577005"/>
                </a:cubicBezTo>
                <a:cubicBezTo>
                  <a:pt x="1715068" y="1402398"/>
                  <a:pt x="1718093" y="1226979"/>
                  <a:pt x="1717677" y="1051758"/>
                </a:cubicBezTo>
                <a:close/>
                <a:moveTo>
                  <a:pt x="1684308" y="1587616"/>
                </a:moveTo>
                <a:cubicBezTo>
                  <a:pt x="1671833" y="1818701"/>
                  <a:pt x="1618008" y="1947946"/>
                  <a:pt x="1360789" y="1937861"/>
                </a:cubicBezTo>
                <a:cubicBezTo>
                  <a:pt x="1016574" y="1942663"/>
                  <a:pt x="672358" y="1921374"/>
                  <a:pt x="329042" y="1897608"/>
                </a:cubicBezTo>
                <a:cubicBezTo>
                  <a:pt x="86951" y="1886316"/>
                  <a:pt x="53428" y="1699979"/>
                  <a:pt x="34726" y="1498208"/>
                </a:cubicBezTo>
                <a:cubicBezTo>
                  <a:pt x="-9452" y="1099970"/>
                  <a:pt x="26790" y="698817"/>
                  <a:pt x="62702" y="301390"/>
                </a:cubicBezTo>
                <a:cubicBezTo>
                  <a:pt x="68753" y="111151"/>
                  <a:pt x="183835" y="84798"/>
                  <a:pt x="348357" y="74011"/>
                </a:cubicBezTo>
                <a:cubicBezTo>
                  <a:pt x="645698" y="44939"/>
                  <a:pt x="1089889" y="7404"/>
                  <a:pt x="1389160" y="15363"/>
                </a:cubicBezTo>
                <a:cubicBezTo>
                  <a:pt x="1422529" y="16262"/>
                  <a:pt x="1545876" y="-5817"/>
                  <a:pt x="1635416" y="89906"/>
                </a:cubicBezTo>
                <a:cubicBezTo>
                  <a:pt x="1708337" y="167848"/>
                  <a:pt x="1693692" y="282645"/>
                  <a:pt x="1696388" y="380999"/>
                </a:cubicBezTo>
                <a:cubicBezTo>
                  <a:pt x="1696805" y="783117"/>
                  <a:pt x="1718115" y="1186353"/>
                  <a:pt x="1684242" y="1587616"/>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 name="Google Shape;169;g1037e35e0a9_0_352"/>
          <p:cNvSpPr txBox="1"/>
          <p:nvPr>
            <p:ph type="title"/>
          </p:nvPr>
        </p:nvSpPr>
        <p:spPr>
          <a:xfrm>
            <a:off x="883375" y="1004988"/>
            <a:ext cx="2879400" cy="9519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3400"/>
              <a:buNone/>
              <a:defRPr/>
            </a:lvl1pPr>
            <a:lvl2pPr lvl="1" algn="l">
              <a:lnSpc>
                <a:spcPct val="90000"/>
              </a:lnSpc>
              <a:spcBef>
                <a:spcPts val="0"/>
              </a:spcBef>
              <a:spcAft>
                <a:spcPts val="0"/>
              </a:spcAft>
              <a:buSzPts val="3400"/>
              <a:buNone/>
              <a:defRPr/>
            </a:lvl2pPr>
            <a:lvl3pPr lvl="2" algn="l">
              <a:lnSpc>
                <a:spcPct val="90000"/>
              </a:lnSpc>
              <a:spcBef>
                <a:spcPts val="0"/>
              </a:spcBef>
              <a:spcAft>
                <a:spcPts val="0"/>
              </a:spcAft>
              <a:buSzPts val="3400"/>
              <a:buNone/>
              <a:defRPr/>
            </a:lvl3pPr>
            <a:lvl4pPr lvl="3" algn="l">
              <a:lnSpc>
                <a:spcPct val="90000"/>
              </a:lnSpc>
              <a:spcBef>
                <a:spcPts val="0"/>
              </a:spcBef>
              <a:spcAft>
                <a:spcPts val="0"/>
              </a:spcAft>
              <a:buSzPts val="3400"/>
              <a:buNone/>
              <a:defRPr/>
            </a:lvl4pPr>
            <a:lvl5pPr lvl="4" algn="l">
              <a:lnSpc>
                <a:spcPct val="90000"/>
              </a:lnSpc>
              <a:spcBef>
                <a:spcPts val="0"/>
              </a:spcBef>
              <a:spcAft>
                <a:spcPts val="0"/>
              </a:spcAft>
              <a:buSzPts val="3400"/>
              <a:buNone/>
              <a:defRPr/>
            </a:lvl5pPr>
            <a:lvl6pPr lvl="5" algn="l">
              <a:lnSpc>
                <a:spcPct val="90000"/>
              </a:lnSpc>
              <a:spcBef>
                <a:spcPts val="0"/>
              </a:spcBef>
              <a:spcAft>
                <a:spcPts val="0"/>
              </a:spcAft>
              <a:buSzPts val="3400"/>
              <a:buNone/>
              <a:defRPr/>
            </a:lvl6pPr>
            <a:lvl7pPr lvl="6" algn="l">
              <a:lnSpc>
                <a:spcPct val="90000"/>
              </a:lnSpc>
              <a:spcBef>
                <a:spcPts val="0"/>
              </a:spcBef>
              <a:spcAft>
                <a:spcPts val="0"/>
              </a:spcAft>
              <a:buSzPts val="3400"/>
              <a:buNone/>
              <a:defRPr/>
            </a:lvl7pPr>
            <a:lvl8pPr lvl="7" algn="l">
              <a:lnSpc>
                <a:spcPct val="90000"/>
              </a:lnSpc>
              <a:spcBef>
                <a:spcPts val="0"/>
              </a:spcBef>
              <a:spcAft>
                <a:spcPts val="0"/>
              </a:spcAft>
              <a:buSzPts val="3400"/>
              <a:buNone/>
              <a:defRPr/>
            </a:lvl8pPr>
            <a:lvl9pPr lvl="8" algn="l">
              <a:lnSpc>
                <a:spcPct val="90000"/>
              </a:lnSpc>
              <a:spcBef>
                <a:spcPts val="0"/>
              </a:spcBef>
              <a:spcAft>
                <a:spcPts val="0"/>
              </a:spcAft>
              <a:buSzPts val="3400"/>
              <a:buNone/>
              <a:defRPr/>
            </a:lvl9pPr>
          </a:lstStyle>
          <a:p/>
        </p:txBody>
      </p:sp>
      <p:sp>
        <p:nvSpPr>
          <p:cNvPr id="170" name="Google Shape;170;g1037e35e0a9_0_352"/>
          <p:cNvSpPr txBox="1"/>
          <p:nvPr>
            <p:ph idx="1" type="body"/>
          </p:nvPr>
        </p:nvSpPr>
        <p:spPr>
          <a:xfrm>
            <a:off x="883525" y="2078413"/>
            <a:ext cx="2879400" cy="2060100"/>
          </a:xfrm>
          <a:prstGeom prst="rect">
            <a:avLst/>
          </a:prstGeom>
          <a:noFill/>
          <a:ln>
            <a:noFill/>
          </a:ln>
        </p:spPr>
        <p:txBody>
          <a:bodyPr anchorCtr="0" anchor="t" bIns="0" lIns="0" spcFirstLastPara="1" rIns="0" wrap="square" tIns="0">
            <a:noAutofit/>
          </a:bodyPr>
          <a:lstStyle>
            <a:lvl1pPr indent="-355600" lvl="0" marL="457200" algn="l">
              <a:lnSpc>
                <a:spcPct val="100000"/>
              </a:lnSpc>
              <a:spcBef>
                <a:spcPts val="0"/>
              </a:spcBef>
              <a:spcAft>
                <a:spcPts val="0"/>
              </a:spcAft>
              <a:buSzPts val="2000"/>
              <a:buChar char="✗"/>
              <a:defRPr sz="2000"/>
            </a:lvl1pPr>
            <a:lvl2pPr indent="-355600" lvl="1" marL="914400" algn="l">
              <a:lnSpc>
                <a:spcPct val="100000"/>
              </a:lnSpc>
              <a:spcBef>
                <a:spcPts val="1000"/>
              </a:spcBef>
              <a:spcAft>
                <a:spcPts val="0"/>
              </a:spcAft>
              <a:buSzPts val="2000"/>
              <a:buChar char="✗"/>
              <a:defRPr sz="2000"/>
            </a:lvl2pPr>
            <a:lvl3pPr indent="-355600" lvl="2" marL="1371600" algn="l">
              <a:lnSpc>
                <a:spcPct val="100000"/>
              </a:lnSpc>
              <a:spcBef>
                <a:spcPts val="1000"/>
              </a:spcBef>
              <a:spcAft>
                <a:spcPts val="0"/>
              </a:spcAft>
              <a:buSzPts val="2000"/>
              <a:buChar char="■"/>
              <a:defRPr sz="2000"/>
            </a:lvl3pPr>
            <a:lvl4pPr indent="-355600" lvl="3" marL="1828800" algn="l">
              <a:lnSpc>
                <a:spcPct val="100000"/>
              </a:lnSpc>
              <a:spcBef>
                <a:spcPts val="1000"/>
              </a:spcBef>
              <a:spcAft>
                <a:spcPts val="0"/>
              </a:spcAft>
              <a:buSzPts val="2000"/>
              <a:buChar char="●"/>
              <a:defRPr sz="2000"/>
            </a:lvl4pPr>
            <a:lvl5pPr indent="-355600" lvl="4" marL="2286000" algn="l">
              <a:lnSpc>
                <a:spcPct val="100000"/>
              </a:lnSpc>
              <a:spcBef>
                <a:spcPts val="1000"/>
              </a:spcBef>
              <a:spcAft>
                <a:spcPts val="0"/>
              </a:spcAft>
              <a:buSzPts val="2000"/>
              <a:buChar char="○"/>
              <a:defRPr sz="2000"/>
            </a:lvl5pPr>
            <a:lvl6pPr indent="-355600" lvl="5" marL="2743200" algn="l">
              <a:lnSpc>
                <a:spcPct val="100000"/>
              </a:lnSpc>
              <a:spcBef>
                <a:spcPts val="1000"/>
              </a:spcBef>
              <a:spcAft>
                <a:spcPts val="0"/>
              </a:spcAft>
              <a:buSzPts val="2000"/>
              <a:buChar char="■"/>
              <a:defRPr sz="2000"/>
            </a:lvl6pPr>
            <a:lvl7pPr indent="-355600" lvl="6" marL="3200400" algn="l">
              <a:lnSpc>
                <a:spcPct val="100000"/>
              </a:lnSpc>
              <a:spcBef>
                <a:spcPts val="1000"/>
              </a:spcBef>
              <a:spcAft>
                <a:spcPts val="0"/>
              </a:spcAft>
              <a:buSzPts val="2000"/>
              <a:buChar char="●"/>
              <a:defRPr sz="2000"/>
            </a:lvl7pPr>
            <a:lvl8pPr indent="-355600" lvl="7" marL="3657600" algn="l">
              <a:lnSpc>
                <a:spcPct val="100000"/>
              </a:lnSpc>
              <a:spcBef>
                <a:spcPts val="1000"/>
              </a:spcBef>
              <a:spcAft>
                <a:spcPts val="0"/>
              </a:spcAft>
              <a:buSzPts val="2000"/>
              <a:buChar char="○"/>
              <a:defRPr sz="2000"/>
            </a:lvl8pPr>
            <a:lvl9pPr indent="-355600" lvl="8" marL="4114800" algn="l">
              <a:lnSpc>
                <a:spcPct val="100000"/>
              </a:lnSpc>
              <a:spcBef>
                <a:spcPts val="1000"/>
              </a:spcBef>
              <a:spcAft>
                <a:spcPts val="1000"/>
              </a:spcAft>
              <a:buSzPts val="2000"/>
              <a:buChar char="■"/>
              <a:defRPr sz="2000"/>
            </a:lvl9pPr>
          </a:lstStyle>
          <a:p/>
        </p:txBody>
      </p:sp>
      <p:sp>
        <p:nvSpPr>
          <p:cNvPr id="171" name="Google Shape;171;g1037e35e0a9_0_352"/>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72" name="Google Shape;172;g1037e35e0a9_0_352"/>
          <p:cNvSpPr/>
          <p:nvPr/>
        </p:nvSpPr>
        <p:spPr>
          <a:xfrm rot="5400000">
            <a:off x="3614542" y="2581686"/>
            <a:ext cx="1377041" cy="66908"/>
          </a:xfrm>
          <a:custGeom>
            <a:rect b="b" l="l" r="r" t="t"/>
            <a:pathLst>
              <a:path extrusionOk="0" h="31710" w="652626">
                <a:moveTo>
                  <a:pt x="645179" y="13550"/>
                </a:moveTo>
                <a:cubicBezTo>
                  <a:pt x="432971" y="20774"/>
                  <a:pt x="220527" y="16258"/>
                  <a:pt x="8819" y="23"/>
                </a:cubicBezTo>
                <a:cubicBezTo>
                  <a:pt x="-280" y="-657"/>
                  <a:pt x="-3941" y="13989"/>
                  <a:pt x="5662" y="14712"/>
                </a:cubicBezTo>
                <a:cubicBezTo>
                  <a:pt x="218646" y="31045"/>
                  <a:pt x="432371" y="35612"/>
                  <a:pt x="645859" y="28393"/>
                </a:cubicBezTo>
                <a:cubicBezTo>
                  <a:pt x="655067" y="28043"/>
                  <a:pt x="654914" y="13178"/>
                  <a:pt x="645179" y="1355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 name="Google Shape;173;g1037e35e0a9_0_352"/>
          <p:cNvSpPr/>
          <p:nvPr/>
        </p:nvSpPr>
        <p:spPr>
          <a:xfrm rot="5400000">
            <a:off x="4155556" y="3522879"/>
            <a:ext cx="263959" cy="31226"/>
          </a:xfrm>
          <a:custGeom>
            <a:rect b="b" l="l" r="r" t="t"/>
            <a:pathLst>
              <a:path extrusionOk="0" h="14799" w="125099">
                <a:moveTo>
                  <a:pt x="117661" y="0"/>
                </a:moveTo>
                <a:lnTo>
                  <a:pt x="6833" y="0"/>
                </a:lnTo>
                <a:cubicBezTo>
                  <a:pt x="-2463" y="0"/>
                  <a:pt x="-2288" y="14799"/>
                  <a:pt x="7446" y="14799"/>
                </a:cubicBezTo>
                <a:lnTo>
                  <a:pt x="118275" y="14799"/>
                </a:lnTo>
                <a:cubicBezTo>
                  <a:pt x="127571" y="14887"/>
                  <a:pt x="127374" y="0"/>
                  <a:pt x="117661"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 name="Google Shape;174;g1037e35e0a9_0_352"/>
          <p:cNvSpPr/>
          <p:nvPr/>
        </p:nvSpPr>
        <p:spPr>
          <a:xfrm rot="10800000">
            <a:off x="542537" y="4490174"/>
            <a:ext cx="290374" cy="231224"/>
          </a:xfrm>
          <a:custGeom>
            <a:rect b="b" l="l" r="r" t="t"/>
            <a:pathLst>
              <a:path extrusionOk="0" h="109585" w="137618">
                <a:moveTo>
                  <a:pt x="136999" y="99882"/>
                </a:moveTo>
                <a:cubicBezTo>
                  <a:pt x="113869" y="47085"/>
                  <a:pt x="65635" y="9548"/>
                  <a:pt x="8785" y="104"/>
                </a:cubicBezTo>
                <a:cubicBezTo>
                  <a:pt x="-292" y="-1365"/>
                  <a:pt x="-3910" y="13258"/>
                  <a:pt x="5627" y="14771"/>
                </a:cubicBezTo>
                <a:cubicBezTo>
                  <a:pt x="57435" y="23274"/>
                  <a:pt x="101482" y="57237"/>
                  <a:pt x="122902" y="105166"/>
                </a:cubicBezTo>
                <a:cubicBezTo>
                  <a:pt x="126738" y="113936"/>
                  <a:pt x="140705" y="108323"/>
                  <a:pt x="136999" y="9988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 name="Google Shape;175;g1037e35e0a9_0_352"/>
          <p:cNvSpPr/>
          <p:nvPr/>
        </p:nvSpPr>
        <p:spPr>
          <a:xfrm rot="5130764">
            <a:off x="247642" y="411835"/>
            <a:ext cx="745888" cy="775329"/>
          </a:xfrm>
          <a:custGeom>
            <a:rect b="b" l="l" r="r" t="t"/>
            <a:pathLst>
              <a:path extrusionOk="0" h="367635" w="353675">
                <a:moveTo>
                  <a:pt x="349850" y="316408"/>
                </a:moveTo>
                <a:cubicBezTo>
                  <a:pt x="344216" y="307967"/>
                  <a:pt x="337265" y="300140"/>
                  <a:pt x="331061" y="292094"/>
                </a:cubicBezTo>
                <a:cubicBezTo>
                  <a:pt x="325295" y="284639"/>
                  <a:pt x="312907" y="293387"/>
                  <a:pt x="318542" y="300688"/>
                </a:cubicBezTo>
                <a:cubicBezTo>
                  <a:pt x="320142" y="302661"/>
                  <a:pt x="330951" y="317022"/>
                  <a:pt x="332574" y="318447"/>
                </a:cubicBezTo>
                <a:cubicBezTo>
                  <a:pt x="270198" y="313689"/>
                  <a:pt x="197781" y="305292"/>
                  <a:pt x="142554" y="274598"/>
                </a:cubicBezTo>
                <a:cubicBezTo>
                  <a:pt x="87348" y="239760"/>
                  <a:pt x="52202" y="175937"/>
                  <a:pt x="31747" y="115404"/>
                </a:cubicBezTo>
                <a:cubicBezTo>
                  <a:pt x="20542" y="80171"/>
                  <a:pt x="14804" y="43432"/>
                  <a:pt x="14733" y="6461"/>
                </a:cubicBezTo>
                <a:cubicBezTo>
                  <a:pt x="14733" y="-3318"/>
                  <a:pt x="-44" y="-1323"/>
                  <a:pt x="0" y="7930"/>
                </a:cubicBezTo>
                <a:cubicBezTo>
                  <a:pt x="1184" y="107971"/>
                  <a:pt x="41065" y="213209"/>
                  <a:pt x="119862" y="277470"/>
                </a:cubicBezTo>
                <a:cubicBezTo>
                  <a:pt x="177501" y="318403"/>
                  <a:pt x="263467" y="328116"/>
                  <a:pt x="332705" y="333158"/>
                </a:cubicBezTo>
                <a:cubicBezTo>
                  <a:pt x="322510" y="340196"/>
                  <a:pt x="316437" y="346182"/>
                  <a:pt x="307470" y="353702"/>
                </a:cubicBezTo>
                <a:cubicBezTo>
                  <a:pt x="300301" y="359863"/>
                  <a:pt x="307821" y="372250"/>
                  <a:pt x="315275" y="365848"/>
                </a:cubicBezTo>
                <a:lnTo>
                  <a:pt x="340028" y="344647"/>
                </a:lnTo>
                <a:cubicBezTo>
                  <a:pt x="350048" y="337171"/>
                  <a:pt x="359037" y="328927"/>
                  <a:pt x="349850" y="31640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 name="Google Shape;176;g1037e35e0a9_0_352"/>
          <p:cNvSpPr/>
          <p:nvPr/>
        </p:nvSpPr>
        <p:spPr>
          <a:xfrm>
            <a:off x="2994774" y="300554"/>
            <a:ext cx="200902" cy="172792"/>
          </a:xfrm>
          <a:custGeom>
            <a:rect b="b" l="l" r="r" t="t"/>
            <a:pathLst>
              <a:path extrusionOk="0" h="81892" w="95214">
                <a:moveTo>
                  <a:pt x="92489" y="65480"/>
                </a:moveTo>
                <a:lnTo>
                  <a:pt x="61028" y="43753"/>
                </a:lnTo>
                <a:cubicBezTo>
                  <a:pt x="70521" y="33157"/>
                  <a:pt x="80036" y="22580"/>
                  <a:pt x="89530" y="12028"/>
                </a:cubicBezTo>
                <a:cubicBezTo>
                  <a:pt x="96107" y="4771"/>
                  <a:pt x="85145" y="-4635"/>
                  <a:pt x="78567" y="2600"/>
                </a:cubicBezTo>
                <a:lnTo>
                  <a:pt x="48991" y="35487"/>
                </a:lnTo>
                <a:lnTo>
                  <a:pt x="12684" y="10383"/>
                </a:lnTo>
                <a:cubicBezTo>
                  <a:pt x="5098" y="5144"/>
                  <a:pt x="-4856" y="16610"/>
                  <a:pt x="2687" y="21872"/>
                </a:cubicBezTo>
                <a:lnTo>
                  <a:pt x="38796" y="46844"/>
                </a:lnTo>
                <a:lnTo>
                  <a:pt x="18275" y="69865"/>
                </a:lnTo>
                <a:cubicBezTo>
                  <a:pt x="11697" y="77122"/>
                  <a:pt x="22660" y="86527"/>
                  <a:pt x="29237" y="79292"/>
                </a:cubicBezTo>
                <a:lnTo>
                  <a:pt x="50942" y="55175"/>
                </a:lnTo>
                <a:lnTo>
                  <a:pt x="82601" y="77100"/>
                </a:lnTo>
                <a:cubicBezTo>
                  <a:pt x="90078" y="82296"/>
                  <a:pt x="100119" y="70829"/>
                  <a:pt x="92489" y="6548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 name="Google Shape;177;g1037e35e0a9_0_352"/>
          <p:cNvSpPr/>
          <p:nvPr/>
        </p:nvSpPr>
        <p:spPr>
          <a:xfrm>
            <a:off x="1495696" y="4628071"/>
            <a:ext cx="851649" cy="155161"/>
          </a:xfrm>
          <a:custGeom>
            <a:rect b="b" l="l" r="r" t="t"/>
            <a:pathLst>
              <a:path extrusionOk="0" h="73536" w="403625">
                <a:moveTo>
                  <a:pt x="402034" y="57995"/>
                </a:moveTo>
                <a:cubicBezTo>
                  <a:pt x="349920" y="-4643"/>
                  <a:pt x="347223" y="-12273"/>
                  <a:pt x="293815" y="54948"/>
                </a:cubicBezTo>
                <a:cubicBezTo>
                  <a:pt x="244682" y="-17404"/>
                  <a:pt x="251829" y="2986"/>
                  <a:pt x="191361" y="49225"/>
                </a:cubicBezTo>
                <a:cubicBezTo>
                  <a:pt x="145320" y="-15189"/>
                  <a:pt x="150911" y="-15343"/>
                  <a:pt x="96669" y="42648"/>
                </a:cubicBezTo>
                <a:cubicBezTo>
                  <a:pt x="86321" y="25893"/>
                  <a:pt x="71785" y="12113"/>
                  <a:pt x="54508" y="2657"/>
                </a:cubicBezTo>
                <a:cubicBezTo>
                  <a:pt x="43897" y="-1442"/>
                  <a:pt x="13290" y="41442"/>
                  <a:pt x="2152" y="49554"/>
                </a:cubicBezTo>
                <a:cubicBezTo>
                  <a:pt x="-4644" y="56548"/>
                  <a:pt x="6230" y="65932"/>
                  <a:pt x="12983" y="58982"/>
                </a:cubicBezTo>
                <a:lnTo>
                  <a:pt x="52009" y="18838"/>
                </a:lnTo>
                <a:cubicBezTo>
                  <a:pt x="82462" y="34426"/>
                  <a:pt x="86825" y="72531"/>
                  <a:pt x="100243" y="59552"/>
                </a:cubicBezTo>
                <a:lnTo>
                  <a:pt x="120852" y="38307"/>
                </a:lnTo>
                <a:cubicBezTo>
                  <a:pt x="130455" y="27871"/>
                  <a:pt x="145298" y="3447"/>
                  <a:pt x="155800" y="26621"/>
                </a:cubicBezTo>
                <a:cubicBezTo>
                  <a:pt x="197105" y="84085"/>
                  <a:pt x="181473" y="72663"/>
                  <a:pt x="233785" y="33330"/>
                </a:cubicBezTo>
                <a:cubicBezTo>
                  <a:pt x="249659" y="14036"/>
                  <a:pt x="257223" y="29405"/>
                  <a:pt x="267264" y="44731"/>
                </a:cubicBezTo>
                <a:lnTo>
                  <a:pt x="286843" y="71040"/>
                </a:lnTo>
                <a:cubicBezTo>
                  <a:pt x="300195" y="86058"/>
                  <a:pt x="326855" y="28594"/>
                  <a:pt x="341106" y="23990"/>
                </a:cubicBezTo>
                <a:cubicBezTo>
                  <a:pt x="357462" y="17522"/>
                  <a:pt x="377238" y="56614"/>
                  <a:pt x="389493" y="66611"/>
                </a:cubicBezTo>
                <a:cubicBezTo>
                  <a:pt x="395632" y="73671"/>
                  <a:pt x="408020" y="64945"/>
                  <a:pt x="402034" y="5799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 name="Google Shape;178;g1037e35e0a9_0_352"/>
          <p:cNvSpPr/>
          <p:nvPr/>
        </p:nvSpPr>
        <p:spPr>
          <a:xfrm rot="10800000">
            <a:off x="545766" y="4680253"/>
            <a:ext cx="132428" cy="91243"/>
          </a:xfrm>
          <a:custGeom>
            <a:rect b="b" l="l" r="r" t="t"/>
            <a:pathLst>
              <a:path extrusionOk="0" h="43243" w="62762">
                <a:moveTo>
                  <a:pt x="60351" y="30032"/>
                </a:moveTo>
                <a:cubicBezTo>
                  <a:pt x="45705" y="17367"/>
                  <a:pt x="28955" y="7372"/>
                  <a:pt x="10845" y="500"/>
                </a:cubicBezTo>
                <a:cubicBezTo>
                  <a:pt x="2273" y="-2745"/>
                  <a:pt x="-4765" y="10739"/>
                  <a:pt x="4092" y="14093"/>
                </a:cubicBezTo>
                <a:cubicBezTo>
                  <a:pt x="20996" y="20446"/>
                  <a:pt x="36672" y="29731"/>
                  <a:pt x="50353" y="41521"/>
                </a:cubicBezTo>
                <a:cubicBezTo>
                  <a:pt x="57413" y="47594"/>
                  <a:pt x="67410" y="36127"/>
                  <a:pt x="60351" y="3003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sp>
        <p:nvSpPr>
          <p:cNvPr id="6" name="Google Shape;6;g1037e35e0a9_0_192"/>
          <p:cNvSpPr txBox="1"/>
          <p:nvPr>
            <p:ph type="title"/>
          </p:nvPr>
        </p:nvSpPr>
        <p:spPr>
          <a:xfrm>
            <a:off x="883375" y="683600"/>
            <a:ext cx="6426300" cy="3963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3400"/>
              <a:buFont typeface="Arial"/>
              <a:buNone/>
              <a:defRPr b="1" i="0" sz="3400" u="none" cap="none" strike="noStrike">
                <a:solidFill>
                  <a:schemeClr val="dk1"/>
                </a:solidFill>
                <a:latin typeface="Arial"/>
                <a:ea typeface="Arial"/>
                <a:cs typeface="Arial"/>
                <a:sym typeface="Arial"/>
              </a:defRPr>
            </a:lvl1pPr>
            <a:lvl2pPr lvl="1" marR="0" rtl="0" algn="l">
              <a:lnSpc>
                <a:spcPct val="90000"/>
              </a:lnSpc>
              <a:spcBef>
                <a:spcPts val="0"/>
              </a:spcBef>
              <a:spcAft>
                <a:spcPts val="0"/>
              </a:spcAft>
              <a:buClr>
                <a:schemeClr val="dk1"/>
              </a:buClr>
              <a:buSzPts val="3400"/>
              <a:buFont typeface="Arial"/>
              <a:buNone/>
              <a:defRPr b="1" i="0" sz="3400" u="none" cap="none" strike="noStrike">
                <a:solidFill>
                  <a:schemeClr val="dk1"/>
                </a:solidFill>
                <a:latin typeface="Arial"/>
                <a:ea typeface="Arial"/>
                <a:cs typeface="Arial"/>
                <a:sym typeface="Arial"/>
              </a:defRPr>
            </a:lvl2pPr>
            <a:lvl3pPr lvl="2" marR="0" rtl="0" algn="l">
              <a:lnSpc>
                <a:spcPct val="90000"/>
              </a:lnSpc>
              <a:spcBef>
                <a:spcPts val="0"/>
              </a:spcBef>
              <a:spcAft>
                <a:spcPts val="0"/>
              </a:spcAft>
              <a:buClr>
                <a:schemeClr val="dk1"/>
              </a:buClr>
              <a:buSzPts val="3400"/>
              <a:buFont typeface="Arial"/>
              <a:buNone/>
              <a:defRPr b="1" i="0" sz="3400" u="none" cap="none" strike="noStrike">
                <a:solidFill>
                  <a:schemeClr val="dk1"/>
                </a:solidFill>
                <a:latin typeface="Arial"/>
                <a:ea typeface="Arial"/>
                <a:cs typeface="Arial"/>
                <a:sym typeface="Arial"/>
              </a:defRPr>
            </a:lvl3pPr>
            <a:lvl4pPr lvl="3" marR="0" rtl="0" algn="l">
              <a:lnSpc>
                <a:spcPct val="90000"/>
              </a:lnSpc>
              <a:spcBef>
                <a:spcPts val="0"/>
              </a:spcBef>
              <a:spcAft>
                <a:spcPts val="0"/>
              </a:spcAft>
              <a:buClr>
                <a:schemeClr val="dk1"/>
              </a:buClr>
              <a:buSzPts val="3400"/>
              <a:buFont typeface="Arial"/>
              <a:buNone/>
              <a:defRPr b="1" i="0" sz="3400" u="none" cap="none" strike="noStrike">
                <a:solidFill>
                  <a:schemeClr val="dk1"/>
                </a:solidFill>
                <a:latin typeface="Arial"/>
                <a:ea typeface="Arial"/>
                <a:cs typeface="Arial"/>
                <a:sym typeface="Arial"/>
              </a:defRPr>
            </a:lvl4pPr>
            <a:lvl5pPr lvl="4" marR="0" rtl="0" algn="l">
              <a:lnSpc>
                <a:spcPct val="90000"/>
              </a:lnSpc>
              <a:spcBef>
                <a:spcPts val="0"/>
              </a:spcBef>
              <a:spcAft>
                <a:spcPts val="0"/>
              </a:spcAft>
              <a:buClr>
                <a:schemeClr val="dk1"/>
              </a:buClr>
              <a:buSzPts val="3400"/>
              <a:buFont typeface="Arial"/>
              <a:buNone/>
              <a:defRPr b="1" i="0" sz="3400" u="none" cap="none" strike="noStrike">
                <a:solidFill>
                  <a:schemeClr val="dk1"/>
                </a:solidFill>
                <a:latin typeface="Arial"/>
                <a:ea typeface="Arial"/>
                <a:cs typeface="Arial"/>
                <a:sym typeface="Arial"/>
              </a:defRPr>
            </a:lvl5pPr>
            <a:lvl6pPr lvl="5" marR="0" rtl="0" algn="l">
              <a:lnSpc>
                <a:spcPct val="90000"/>
              </a:lnSpc>
              <a:spcBef>
                <a:spcPts val="0"/>
              </a:spcBef>
              <a:spcAft>
                <a:spcPts val="0"/>
              </a:spcAft>
              <a:buClr>
                <a:schemeClr val="dk1"/>
              </a:buClr>
              <a:buSzPts val="3400"/>
              <a:buFont typeface="Arial"/>
              <a:buNone/>
              <a:defRPr b="1" i="0" sz="3400" u="none" cap="none" strike="noStrike">
                <a:solidFill>
                  <a:schemeClr val="dk1"/>
                </a:solidFill>
                <a:latin typeface="Arial"/>
                <a:ea typeface="Arial"/>
                <a:cs typeface="Arial"/>
                <a:sym typeface="Arial"/>
              </a:defRPr>
            </a:lvl6pPr>
            <a:lvl7pPr lvl="6" marR="0" rtl="0" algn="l">
              <a:lnSpc>
                <a:spcPct val="90000"/>
              </a:lnSpc>
              <a:spcBef>
                <a:spcPts val="0"/>
              </a:spcBef>
              <a:spcAft>
                <a:spcPts val="0"/>
              </a:spcAft>
              <a:buClr>
                <a:schemeClr val="dk1"/>
              </a:buClr>
              <a:buSzPts val="3400"/>
              <a:buFont typeface="Arial"/>
              <a:buNone/>
              <a:defRPr b="1" i="0" sz="3400" u="none" cap="none" strike="noStrike">
                <a:solidFill>
                  <a:schemeClr val="dk1"/>
                </a:solidFill>
                <a:latin typeface="Arial"/>
                <a:ea typeface="Arial"/>
                <a:cs typeface="Arial"/>
                <a:sym typeface="Arial"/>
              </a:defRPr>
            </a:lvl7pPr>
            <a:lvl8pPr lvl="7" marR="0" rtl="0" algn="l">
              <a:lnSpc>
                <a:spcPct val="90000"/>
              </a:lnSpc>
              <a:spcBef>
                <a:spcPts val="0"/>
              </a:spcBef>
              <a:spcAft>
                <a:spcPts val="0"/>
              </a:spcAft>
              <a:buClr>
                <a:schemeClr val="dk1"/>
              </a:buClr>
              <a:buSzPts val="3400"/>
              <a:buFont typeface="Arial"/>
              <a:buNone/>
              <a:defRPr b="1" i="0" sz="3400" u="none" cap="none" strike="noStrike">
                <a:solidFill>
                  <a:schemeClr val="dk1"/>
                </a:solidFill>
                <a:latin typeface="Arial"/>
                <a:ea typeface="Arial"/>
                <a:cs typeface="Arial"/>
                <a:sym typeface="Arial"/>
              </a:defRPr>
            </a:lvl8pPr>
            <a:lvl9pPr lvl="8" marR="0" rtl="0" algn="l">
              <a:lnSpc>
                <a:spcPct val="90000"/>
              </a:lnSpc>
              <a:spcBef>
                <a:spcPts val="0"/>
              </a:spcBef>
              <a:spcAft>
                <a:spcPts val="0"/>
              </a:spcAft>
              <a:buClr>
                <a:schemeClr val="dk1"/>
              </a:buClr>
              <a:buSzPts val="3400"/>
              <a:buFont typeface="Arial"/>
              <a:buNone/>
              <a:defRPr b="1" i="0" sz="3400" u="none" cap="none" strike="noStrike">
                <a:solidFill>
                  <a:schemeClr val="dk1"/>
                </a:solidFill>
                <a:latin typeface="Arial"/>
                <a:ea typeface="Arial"/>
                <a:cs typeface="Arial"/>
                <a:sym typeface="Arial"/>
              </a:defRPr>
            </a:lvl9pPr>
          </a:lstStyle>
          <a:p/>
        </p:txBody>
      </p:sp>
      <p:sp>
        <p:nvSpPr>
          <p:cNvPr id="7" name="Google Shape;7;g1037e35e0a9_0_192"/>
          <p:cNvSpPr txBox="1"/>
          <p:nvPr>
            <p:ph idx="1" type="body"/>
          </p:nvPr>
        </p:nvSpPr>
        <p:spPr>
          <a:xfrm>
            <a:off x="1188175" y="1506350"/>
            <a:ext cx="6426300" cy="2840400"/>
          </a:xfrm>
          <a:prstGeom prst="rect">
            <a:avLst/>
          </a:prstGeom>
          <a:noFill/>
          <a:ln>
            <a:noFill/>
          </a:ln>
        </p:spPr>
        <p:txBody>
          <a:bodyPr anchorCtr="0" anchor="t" bIns="0" lIns="0" spcFirstLastPara="1" rIns="0" wrap="square" tIns="0">
            <a:noAutofit/>
          </a:bodyPr>
          <a:lstStyle>
            <a:lvl1pPr indent="-368300" lvl="0" marL="457200" marR="0" rtl="0" algn="l">
              <a:lnSpc>
                <a:spcPct val="100000"/>
              </a:lnSpc>
              <a:spcBef>
                <a:spcPts val="0"/>
              </a:spcBef>
              <a:spcAft>
                <a:spcPts val="0"/>
              </a:spcAft>
              <a:buClr>
                <a:schemeClr val="accent1"/>
              </a:buClr>
              <a:buSzPts val="2200"/>
              <a:buFont typeface="Arial"/>
              <a:buChar char="✗"/>
              <a:defRPr b="0" i="0" sz="2200" u="none" cap="none" strike="noStrike">
                <a:solidFill>
                  <a:schemeClr val="dk1"/>
                </a:solidFill>
                <a:latin typeface="Arial"/>
                <a:ea typeface="Arial"/>
                <a:cs typeface="Arial"/>
                <a:sym typeface="Arial"/>
              </a:defRPr>
            </a:lvl1pPr>
            <a:lvl2pPr indent="-368300" lvl="1" marL="914400" marR="0" rtl="0" algn="l">
              <a:lnSpc>
                <a:spcPct val="100000"/>
              </a:lnSpc>
              <a:spcBef>
                <a:spcPts val="1000"/>
              </a:spcBef>
              <a:spcAft>
                <a:spcPts val="0"/>
              </a:spcAft>
              <a:buClr>
                <a:schemeClr val="dk2"/>
              </a:buClr>
              <a:buSzPts val="2200"/>
              <a:buFont typeface="Arial"/>
              <a:buChar char="✗"/>
              <a:defRPr b="0" i="0" sz="2200" u="none" cap="none" strike="noStrike">
                <a:solidFill>
                  <a:schemeClr val="dk1"/>
                </a:solidFill>
                <a:latin typeface="Arial"/>
                <a:ea typeface="Arial"/>
                <a:cs typeface="Arial"/>
                <a:sym typeface="Arial"/>
              </a:defRPr>
            </a:lvl2pPr>
            <a:lvl3pPr indent="-368300" lvl="2" marL="1371600" marR="0" rtl="0" algn="l">
              <a:lnSpc>
                <a:spcPct val="100000"/>
              </a:lnSpc>
              <a:spcBef>
                <a:spcPts val="10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3pPr>
            <a:lvl4pPr indent="-368300" lvl="3" marL="1828800" marR="0" rtl="0" algn="l">
              <a:lnSpc>
                <a:spcPct val="100000"/>
              </a:lnSpc>
              <a:spcBef>
                <a:spcPts val="10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4pPr>
            <a:lvl5pPr indent="-368300" lvl="4" marL="2286000" marR="0" rtl="0" algn="l">
              <a:lnSpc>
                <a:spcPct val="100000"/>
              </a:lnSpc>
              <a:spcBef>
                <a:spcPts val="10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5pPr>
            <a:lvl6pPr indent="-368300" lvl="5" marL="2743200" marR="0" rtl="0" algn="l">
              <a:lnSpc>
                <a:spcPct val="100000"/>
              </a:lnSpc>
              <a:spcBef>
                <a:spcPts val="10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6pPr>
            <a:lvl7pPr indent="-368300" lvl="6" marL="3200400" marR="0" rtl="0" algn="l">
              <a:lnSpc>
                <a:spcPct val="100000"/>
              </a:lnSpc>
              <a:spcBef>
                <a:spcPts val="10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7pPr>
            <a:lvl8pPr indent="-368300" lvl="7" marL="3657600" marR="0" rtl="0" algn="l">
              <a:lnSpc>
                <a:spcPct val="100000"/>
              </a:lnSpc>
              <a:spcBef>
                <a:spcPts val="10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8pPr>
            <a:lvl9pPr indent="-368300" lvl="8" marL="4114800" marR="0" rtl="0" algn="l">
              <a:lnSpc>
                <a:spcPct val="100000"/>
              </a:lnSpc>
              <a:spcBef>
                <a:spcPts val="1000"/>
              </a:spcBef>
              <a:spcAft>
                <a:spcPts val="1000"/>
              </a:spcAft>
              <a:buClr>
                <a:schemeClr val="dk1"/>
              </a:buClr>
              <a:buSzPts val="2200"/>
              <a:buFont typeface="Arial"/>
              <a:buChar char="■"/>
              <a:defRPr b="0" i="0" sz="2200" u="none" cap="none" strike="noStrike">
                <a:solidFill>
                  <a:schemeClr val="dk1"/>
                </a:solidFill>
                <a:latin typeface="Arial"/>
                <a:ea typeface="Arial"/>
                <a:cs typeface="Arial"/>
                <a:sym typeface="Arial"/>
              </a:defRPr>
            </a:lvl9pPr>
          </a:lstStyle>
          <a:p/>
        </p:txBody>
      </p:sp>
      <p:sp>
        <p:nvSpPr>
          <p:cNvPr id="8" name="Google Shape;8;g1037e35e0a9_0_192"/>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500"/>
              <a:buFont typeface="Arial"/>
              <a:buNone/>
              <a:defRPr b="1" i="0" sz="15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5.jp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9.xml"/><Relationship Id="rId3"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hyperlink" Target="https://www.slidescarnival.com/?utm_source=template" TargetMode="Externa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75DC4D"/>
            </a:gs>
            <a:gs pos="100000">
              <a:srgbClr val="3D8421"/>
            </a:gs>
          </a:gsLst>
          <a:lin ang="5400012" scaled="0"/>
        </a:gradFill>
      </p:bgPr>
    </p:bg>
    <p:spTree>
      <p:nvGrpSpPr>
        <p:cNvPr id="182" name="Shape 182"/>
        <p:cNvGrpSpPr/>
        <p:nvPr/>
      </p:nvGrpSpPr>
      <p:grpSpPr>
        <a:xfrm>
          <a:off x="0" y="0"/>
          <a:ext cx="0" cy="0"/>
          <a:chOff x="0" y="0"/>
          <a:chExt cx="0" cy="0"/>
        </a:xfrm>
      </p:grpSpPr>
      <p:pic>
        <p:nvPicPr>
          <p:cNvPr descr="Logotipo&#10;&#10;Descrição gerada automaticamente com confiança média" id="183" name="Google Shape;183;g1037e35e0a9_0_183"/>
          <p:cNvPicPr preferRelativeResize="0"/>
          <p:nvPr/>
        </p:nvPicPr>
        <p:blipFill rotWithShape="1">
          <a:blip r:embed="rId3">
            <a:alphaModFix/>
          </a:blip>
          <a:srcRect b="0" l="0" r="0" t="0"/>
          <a:stretch/>
        </p:blipFill>
        <p:spPr>
          <a:xfrm>
            <a:off x="4114750" y="830355"/>
            <a:ext cx="914401" cy="914401"/>
          </a:xfrm>
          <a:prstGeom prst="rect">
            <a:avLst/>
          </a:prstGeom>
          <a:noFill/>
          <a:ln>
            <a:noFill/>
          </a:ln>
        </p:spPr>
      </p:pic>
      <p:sp>
        <p:nvSpPr>
          <p:cNvPr id="184" name="Google Shape;184;g1037e35e0a9_0_183"/>
          <p:cNvSpPr txBox="1"/>
          <p:nvPr>
            <p:ph type="ctrTitle"/>
          </p:nvPr>
        </p:nvSpPr>
        <p:spPr>
          <a:xfrm>
            <a:off x="1867900" y="1496152"/>
            <a:ext cx="5408100" cy="16806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rgbClr val="000000"/>
              </a:buClr>
              <a:buSzPts val="6800"/>
              <a:buFont typeface="Arial"/>
              <a:buNone/>
            </a:pPr>
            <a:r>
              <a:rPr lang="en" sz="3800"/>
              <a:t>Design for Six Sigma Green Belt Certification</a:t>
            </a:r>
            <a:endParaRPr sz="3800"/>
          </a:p>
        </p:txBody>
      </p:sp>
      <p:sp>
        <p:nvSpPr>
          <p:cNvPr id="185" name="Google Shape;185;g1037e35e0a9_0_183"/>
          <p:cNvSpPr txBox="1"/>
          <p:nvPr/>
        </p:nvSpPr>
        <p:spPr>
          <a:xfrm>
            <a:off x="1867900" y="3022498"/>
            <a:ext cx="5408100" cy="5712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6800"/>
              <a:buFont typeface="Arial"/>
              <a:buNone/>
            </a:pPr>
            <a:r>
              <a:rPr b="1" i="0" lang="en" sz="2800" u="none" cap="none" strike="noStrike">
                <a:solidFill>
                  <a:schemeClr val="dk1"/>
                </a:solidFill>
                <a:latin typeface="Arial"/>
                <a:ea typeface="Arial"/>
                <a:cs typeface="Arial"/>
                <a:sym typeface="Arial"/>
              </a:rPr>
              <a:t>Project Template</a:t>
            </a:r>
            <a:endParaRPr b="1" i="0" sz="2800" u="none" cap="none" strike="noStrike">
              <a:solidFill>
                <a:schemeClr val="dk1"/>
              </a:solidFill>
              <a:latin typeface="Arial"/>
              <a:ea typeface="Arial"/>
              <a:cs typeface="Arial"/>
              <a:sym typeface="Arial"/>
            </a:endParaRPr>
          </a:p>
        </p:txBody>
      </p:sp>
      <p:sp>
        <p:nvSpPr>
          <p:cNvPr id="186" name="Google Shape;186;g1037e35e0a9_0_183"/>
          <p:cNvSpPr txBox="1"/>
          <p:nvPr/>
        </p:nvSpPr>
        <p:spPr>
          <a:xfrm>
            <a:off x="0" y="3390057"/>
            <a:ext cx="9144000" cy="13164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6800"/>
              <a:buFont typeface="Arial"/>
              <a:buNone/>
            </a:pPr>
            <a:r>
              <a:rPr b="1" i="0" lang="en" sz="1200" u="none" cap="none" strike="noStrike">
                <a:solidFill>
                  <a:schemeClr val="dk1"/>
                </a:solidFill>
                <a:latin typeface="Arial"/>
                <a:ea typeface="Arial"/>
                <a:cs typeface="Arial"/>
                <a:sym typeface="Arial"/>
              </a:rPr>
              <a:t>Dr. Marcelo Machado Fernandes</a:t>
            </a:r>
            <a:endParaRPr b="1" i="0" sz="12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chemeClr val="dk1"/>
              </a:buClr>
              <a:buSzPts val="6800"/>
              <a:buFont typeface="Arial"/>
              <a:buNone/>
            </a:pPr>
            <a:r>
              <a:rPr b="0" i="0" lang="en" sz="1000" u="none" cap="none" strike="noStrike">
                <a:solidFill>
                  <a:schemeClr val="dk1"/>
                </a:solidFill>
                <a:latin typeface="Arial"/>
                <a:ea typeface="Arial"/>
                <a:cs typeface="Arial"/>
                <a:sym typeface="Arial"/>
              </a:rPr>
              <a:t>Lean Six Sigma Master Black Belt</a:t>
            </a:r>
            <a:endParaRPr b="0" i="0" sz="10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chemeClr val="dk1"/>
              </a:buClr>
              <a:buSzPts val="6800"/>
              <a:buFont typeface="Arial"/>
              <a:buNone/>
            </a:pPr>
            <a:r>
              <a:rPr b="0" i="0" lang="en" sz="1000" u="none" cap="none" strike="noStrike">
                <a:solidFill>
                  <a:schemeClr val="dk1"/>
                </a:solidFill>
                <a:latin typeface="Arial"/>
                <a:ea typeface="Arial"/>
                <a:cs typeface="Arial"/>
                <a:sym typeface="Arial"/>
              </a:rPr>
              <a:t>ASQ MBB | Minitab CTP</a:t>
            </a:r>
            <a:endParaRPr b="0" i="0" sz="1000" u="none" cap="none" strike="noStrike">
              <a:solidFill>
                <a:schemeClr val="dk1"/>
              </a:solidFill>
              <a:latin typeface="Arial"/>
              <a:ea typeface="Arial"/>
              <a:cs typeface="Arial"/>
              <a:sym typeface="Arial"/>
            </a:endParaRPr>
          </a:p>
        </p:txBody>
      </p:sp>
      <p:pic>
        <p:nvPicPr>
          <p:cNvPr id="187" name="Google Shape;187;g1037e35e0a9_0_183"/>
          <p:cNvPicPr preferRelativeResize="0"/>
          <p:nvPr/>
        </p:nvPicPr>
        <p:blipFill rotWithShape="1">
          <a:blip r:embed="rId4">
            <a:alphaModFix/>
          </a:blip>
          <a:srcRect b="0" l="0" r="0" t="0"/>
          <a:stretch/>
        </p:blipFill>
        <p:spPr>
          <a:xfrm>
            <a:off x="1514925" y="3864676"/>
            <a:ext cx="1454150" cy="458975"/>
          </a:xfrm>
          <a:prstGeom prst="rect">
            <a:avLst/>
          </a:prstGeom>
          <a:noFill/>
          <a:ln>
            <a:noFill/>
          </a:ln>
        </p:spPr>
      </p:pic>
      <p:pic>
        <p:nvPicPr>
          <p:cNvPr id="188" name="Google Shape;188;g1037e35e0a9_0_183"/>
          <p:cNvPicPr preferRelativeResize="0"/>
          <p:nvPr/>
        </p:nvPicPr>
        <p:blipFill rotWithShape="1">
          <a:blip r:embed="rId5">
            <a:alphaModFix/>
          </a:blip>
          <a:srcRect b="0" l="0" r="0" t="0"/>
          <a:stretch/>
        </p:blipFill>
        <p:spPr>
          <a:xfrm>
            <a:off x="6120868" y="3808551"/>
            <a:ext cx="1566157" cy="5712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fbd7e71dad_0_17"/>
          <p:cNvSpPr txBox="1"/>
          <p:nvPr>
            <p:ph type="title"/>
          </p:nvPr>
        </p:nvSpPr>
        <p:spPr>
          <a:xfrm>
            <a:off x="883375" y="683600"/>
            <a:ext cx="64263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a:t>Prof. Marcelo Fernandes, PhD</a:t>
            </a:r>
            <a:endParaRPr/>
          </a:p>
        </p:txBody>
      </p:sp>
      <p:sp>
        <p:nvSpPr>
          <p:cNvPr id="194" name="Google Shape;194;gfbd7e71dad_0_17"/>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195" name="Google Shape;195;gfbd7e71dad_0_17"/>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196" name="Google Shape;196;gfbd7e71dad_0_17"/>
          <p:cNvSpPr/>
          <p:nvPr/>
        </p:nvSpPr>
        <p:spPr>
          <a:xfrm>
            <a:off x="7941700" y="3855477"/>
            <a:ext cx="733301" cy="770593"/>
          </a:xfrm>
          <a:custGeom>
            <a:rect b="b" l="l" r="r" t="t"/>
            <a:pathLst>
              <a:path extrusionOk="0" h="535134" w="606034">
                <a:moveTo>
                  <a:pt x="177085" y="119688"/>
                </a:moveTo>
                <a:cubicBezTo>
                  <a:pt x="179760" y="119526"/>
                  <a:pt x="182303" y="118388"/>
                  <a:pt x="184189" y="116487"/>
                </a:cubicBezTo>
                <a:lnTo>
                  <a:pt x="209928" y="92677"/>
                </a:lnTo>
                <a:cubicBezTo>
                  <a:pt x="214313" y="88533"/>
                  <a:pt x="211090" y="79149"/>
                  <a:pt x="204776" y="79522"/>
                </a:cubicBezTo>
                <a:cubicBezTo>
                  <a:pt x="202101" y="79684"/>
                  <a:pt x="199558" y="80822"/>
                  <a:pt x="197672" y="82723"/>
                </a:cubicBezTo>
                <a:lnTo>
                  <a:pt x="171933" y="106555"/>
                </a:lnTo>
                <a:cubicBezTo>
                  <a:pt x="167526" y="110589"/>
                  <a:pt x="170771" y="119973"/>
                  <a:pt x="177085" y="119688"/>
                </a:cubicBezTo>
                <a:close/>
                <a:moveTo>
                  <a:pt x="8441" y="292410"/>
                </a:moveTo>
                <a:cubicBezTo>
                  <a:pt x="10765" y="292353"/>
                  <a:pt x="12958" y="291384"/>
                  <a:pt x="14558" y="289713"/>
                </a:cubicBezTo>
                <a:cubicBezTo>
                  <a:pt x="55447" y="248824"/>
                  <a:pt x="101774" y="202475"/>
                  <a:pt x="142291" y="152312"/>
                </a:cubicBezTo>
                <a:cubicBezTo>
                  <a:pt x="144461" y="149922"/>
                  <a:pt x="144965" y="146445"/>
                  <a:pt x="143541" y="143542"/>
                </a:cubicBezTo>
                <a:cubicBezTo>
                  <a:pt x="142203" y="140694"/>
                  <a:pt x="139418" y="138813"/>
                  <a:pt x="136283" y="138653"/>
                </a:cubicBezTo>
                <a:cubicBezTo>
                  <a:pt x="133959" y="138740"/>
                  <a:pt x="131811" y="139898"/>
                  <a:pt x="130474" y="141788"/>
                </a:cubicBezTo>
                <a:cubicBezTo>
                  <a:pt x="89803" y="192214"/>
                  <a:pt x="43389" y="238563"/>
                  <a:pt x="2412" y="279518"/>
                </a:cubicBezTo>
                <a:cubicBezTo>
                  <a:pt x="-3201" y="284561"/>
                  <a:pt x="1886" y="292410"/>
                  <a:pt x="8441" y="292410"/>
                </a:cubicBezTo>
                <a:close/>
                <a:moveTo>
                  <a:pt x="597401" y="53783"/>
                </a:moveTo>
                <a:cubicBezTo>
                  <a:pt x="593827" y="43237"/>
                  <a:pt x="578787" y="50626"/>
                  <a:pt x="581790" y="59746"/>
                </a:cubicBezTo>
                <a:cubicBezTo>
                  <a:pt x="591568" y="91368"/>
                  <a:pt x="592226" y="125106"/>
                  <a:pt x="583720" y="157091"/>
                </a:cubicBezTo>
                <a:cubicBezTo>
                  <a:pt x="582207" y="162266"/>
                  <a:pt x="585759" y="165861"/>
                  <a:pt x="590911" y="165861"/>
                </a:cubicBezTo>
                <a:cubicBezTo>
                  <a:pt x="595011" y="165990"/>
                  <a:pt x="598650" y="163259"/>
                  <a:pt x="599681" y="159284"/>
                </a:cubicBezTo>
                <a:cubicBezTo>
                  <a:pt x="608867" y="124582"/>
                  <a:pt x="608078" y="87990"/>
                  <a:pt x="597401" y="53717"/>
                </a:cubicBezTo>
                <a:close/>
                <a:moveTo>
                  <a:pt x="436321" y="54287"/>
                </a:moveTo>
                <a:cubicBezTo>
                  <a:pt x="415164" y="41768"/>
                  <a:pt x="387539" y="46592"/>
                  <a:pt x="369977" y="63824"/>
                </a:cubicBezTo>
                <a:cubicBezTo>
                  <a:pt x="367697" y="65580"/>
                  <a:pt x="366864" y="68632"/>
                  <a:pt x="367938" y="71301"/>
                </a:cubicBezTo>
                <a:cubicBezTo>
                  <a:pt x="369912" y="75721"/>
                  <a:pt x="375107" y="77696"/>
                  <a:pt x="379536" y="75714"/>
                </a:cubicBezTo>
                <a:cubicBezTo>
                  <a:pt x="380501" y="75278"/>
                  <a:pt x="381400" y="74666"/>
                  <a:pt x="382145" y="73910"/>
                </a:cubicBezTo>
                <a:cubicBezTo>
                  <a:pt x="389008" y="67306"/>
                  <a:pt x="398194" y="63647"/>
                  <a:pt x="407709" y="63715"/>
                </a:cubicBezTo>
                <a:cubicBezTo>
                  <a:pt x="415208" y="63763"/>
                  <a:pt x="422574" y="65782"/>
                  <a:pt x="429042" y="69568"/>
                </a:cubicBezTo>
                <a:cubicBezTo>
                  <a:pt x="430116" y="70233"/>
                  <a:pt x="431344" y="70597"/>
                  <a:pt x="432594" y="70621"/>
                </a:cubicBezTo>
                <a:cubicBezTo>
                  <a:pt x="439237" y="70424"/>
                  <a:pt x="444301" y="59111"/>
                  <a:pt x="436321" y="54221"/>
                </a:cubicBezTo>
                <a:close/>
                <a:moveTo>
                  <a:pt x="522748" y="1866"/>
                </a:moveTo>
                <a:cubicBezTo>
                  <a:pt x="515820" y="-4602"/>
                  <a:pt x="503520" y="7237"/>
                  <a:pt x="511566" y="14691"/>
                </a:cubicBezTo>
                <a:cubicBezTo>
                  <a:pt x="561620" y="57817"/>
                  <a:pt x="546448" y="145011"/>
                  <a:pt x="519700" y="193113"/>
                </a:cubicBezTo>
                <a:cubicBezTo>
                  <a:pt x="516302" y="198682"/>
                  <a:pt x="520862" y="204076"/>
                  <a:pt x="526760" y="204076"/>
                </a:cubicBezTo>
                <a:cubicBezTo>
                  <a:pt x="529939" y="204104"/>
                  <a:pt x="532854" y="202328"/>
                  <a:pt x="534302" y="199493"/>
                </a:cubicBezTo>
                <a:cubicBezTo>
                  <a:pt x="563571" y="146721"/>
                  <a:pt x="579357" y="50604"/>
                  <a:pt x="522748" y="1800"/>
                </a:cubicBezTo>
                <a:close/>
                <a:moveTo>
                  <a:pt x="495386" y="41154"/>
                </a:moveTo>
                <a:cubicBezTo>
                  <a:pt x="462893" y="1690"/>
                  <a:pt x="369385" y="-17647"/>
                  <a:pt x="338713" y="33897"/>
                </a:cubicBezTo>
                <a:cubicBezTo>
                  <a:pt x="321436" y="49245"/>
                  <a:pt x="303129" y="64350"/>
                  <a:pt x="285699" y="79193"/>
                </a:cubicBezTo>
                <a:cubicBezTo>
                  <a:pt x="244986" y="113505"/>
                  <a:pt x="202890" y="149001"/>
                  <a:pt x="164741" y="186799"/>
                </a:cubicBezTo>
                <a:cubicBezTo>
                  <a:pt x="152266" y="199164"/>
                  <a:pt x="141896" y="213525"/>
                  <a:pt x="131855" y="227425"/>
                </a:cubicBezTo>
                <a:cubicBezTo>
                  <a:pt x="121813" y="241325"/>
                  <a:pt x="111509" y="255598"/>
                  <a:pt x="98968" y="267986"/>
                </a:cubicBezTo>
                <a:cubicBezTo>
                  <a:pt x="79477" y="287389"/>
                  <a:pt x="58671" y="306200"/>
                  <a:pt x="38544" y="324376"/>
                </a:cubicBezTo>
                <a:cubicBezTo>
                  <a:pt x="29160" y="332839"/>
                  <a:pt x="19469" y="341608"/>
                  <a:pt x="10042" y="350312"/>
                </a:cubicBezTo>
                <a:cubicBezTo>
                  <a:pt x="6117" y="353733"/>
                  <a:pt x="6907" y="358556"/>
                  <a:pt x="11072" y="361275"/>
                </a:cubicBezTo>
                <a:cubicBezTo>
                  <a:pt x="11642" y="361683"/>
                  <a:pt x="12015" y="362312"/>
                  <a:pt x="12081" y="363007"/>
                </a:cubicBezTo>
                <a:lnTo>
                  <a:pt x="12081" y="363357"/>
                </a:lnTo>
                <a:cubicBezTo>
                  <a:pt x="12103" y="363917"/>
                  <a:pt x="12059" y="364478"/>
                  <a:pt x="11927" y="365024"/>
                </a:cubicBezTo>
                <a:lnTo>
                  <a:pt x="1908" y="525424"/>
                </a:lnTo>
                <a:cubicBezTo>
                  <a:pt x="1798" y="526952"/>
                  <a:pt x="2127" y="528480"/>
                  <a:pt x="2894" y="529809"/>
                </a:cubicBezTo>
                <a:cubicBezTo>
                  <a:pt x="3903" y="533163"/>
                  <a:pt x="7126" y="535367"/>
                  <a:pt x="10612" y="535115"/>
                </a:cubicBezTo>
                <a:cubicBezTo>
                  <a:pt x="72000" y="533514"/>
                  <a:pt x="129618" y="514242"/>
                  <a:pt x="178751" y="496308"/>
                </a:cubicBezTo>
                <a:cubicBezTo>
                  <a:pt x="182237" y="495139"/>
                  <a:pt x="184495" y="491761"/>
                  <a:pt x="184254" y="488086"/>
                </a:cubicBezTo>
                <a:cubicBezTo>
                  <a:pt x="183553" y="486332"/>
                  <a:pt x="474141" y="196029"/>
                  <a:pt x="474776" y="194714"/>
                </a:cubicBezTo>
                <a:cubicBezTo>
                  <a:pt x="476508" y="193195"/>
                  <a:pt x="477386" y="190928"/>
                  <a:pt x="477122" y="188641"/>
                </a:cubicBezTo>
                <a:cubicBezTo>
                  <a:pt x="477013" y="187843"/>
                  <a:pt x="477320" y="187042"/>
                  <a:pt x="477978" y="186558"/>
                </a:cubicBezTo>
                <a:cubicBezTo>
                  <a:pt x="523975" y="154110"/>
                  <a:pt x="533512" y="83030"/>
                  <a:pt x="495386" y="41088"/>
                </a:cubicBezTo>
                <a:close/>
                <a:moveTo>
                  <a:pt x="31243" y="352154"/>
                </a:moveTo>
                <a:cubicBezTo>
                  <a:pt x="56587" y="328892"/>
                  <a:pt x="82196" y="305871"/>
                  <a:pt x="107277" y="281864"/>
                </a:cubicBezTo>
                <a:cubicBezTo>
                  <a:pt x="120432" y="269301"/>
                  <a:pt x="131175" y="254371"/>
                  <a:pt x="141611" y="239922"/>
                </a:cubicBezTo>
                <a:cubicBezTo>
                  <a:pt x="171713" y="194604"/>
                  <a:pt x="216659" y="160994"/>
                  <a:pt x="257088" y="125717"/>
                </a:cubicBezTo>
                <a:lnTo>
                  <a:pt x="260311" y="122911"/>
                </a:lnTo>
                <a:cubicBezTo>
                  <a:pt x="261231" y="122115"/>
                  <a:pt x="262612" y="122211"/>
                  <a:pt x="263402" y="123126"/>
                </a:cubicBezTo>
                <a:cubicBezTo>
                  <a:pt x="263490" y="123229"/>
                  <a:pt x="263577" y="123341"/>
                  <a:pt x="263643" y="123459"/>
                </a:cubicBezTo>
                <a:cubicBezTo>
                  <a:pt x="274342" y="141766"/>
                  <a:pt x="283638" y="156346"/>
                  <a:pt x="292890" y="169501"/>
                </a:cubicBezTo>
                <a:cubicBezTo>
                  <a:pt x="293548" y="170419"/>
                  <a:pt x="293395" y="171678"/>
                  <a:pt x="292540" y="172417"/>
                </a:cubicBezTo>
                <a:cubicBezTo>
                  <a:pt x="221723" y="233016"/>
                  <a:pt x="155972" y="300390"/>
                  <a:pt x="93158" y="366822"/>
                </a:cubicBezTo>
                <a:cubicBezTo>
                  <a:pt x="72658" y="364272"/>
                  <a:pt x="52334" y="360613"/>
                  <a:pt x="32230" y="355859"/>
                </a:cubicBezTo>
                <a:cubicBezTo>
                  <a:pt x="31046" y="355563"/>
                  <a:pt x="30344" y="354373"/>
                  <a:pt x="30629" y="353198"/>
                </a:cubicBezTo>
                <a:cubicBezTo>
                  <a:pt x="30739" y="352801"/>
                  <a:pt x="30958" y="352439"/>
                  <a:pt x="31243" y="352154"/>
                </a:cubicBezTo>
                <a:close/>
                <a:moveTo>
                  <a:pt x="301792" y="185264"/>
                </a:moveTo>
                <a:cubicBezTo>
                  <a:pt x="302712" y="184469"/>
                  <a:pt x="304094" y="184561"/>
                  <a:pt x="304883" y="185473"/>
                </a:cubicBezTo>
                <a:cubicBezTo>
                  <a:pt x="304905" y="185499"/>
                  <a:pt x="304927" y="185523"/>
                  <a:pt x="304949" y="185549"/>
                </a:cubicBezTo>
                <a:cubicBezTo>
                  <a:pt x="314114" y="197327"/>
                  <a:pt x="324243" y="208327"/>
                  <a:pt x="335227" y="218436"/>
                </a:cubicBezTo>
                <a:cubicBezTo>
                  <a:pt x="336082" y="219219"/>
                  <a:pt x="336169" y="220521"/>
                  <a:pt x="335446" y="221418"/>
                </a:cubicBezTo>
                <a:cubicBezTo>
                  <a:pt x="279780" y="289143"/>
                  <a:pt x="220386" y="357350"/>
                  <a:pt x="154196" y="413959"/>
                </a:cubicBezTo>
                <a:cubicBezTo>
                  <a:pt x="138826" y="415676"/>
                  <a:pt x="123721" y="419072"/>
                  <a:pt x="109097" y="424089"/>
                </a:cubicBezTo>
                <a:cubicBezTo>
                  <a:pt x="107957" y="424490"/>
                  <a:pt x="106707" y="423889"/>
                  <a:pt x="106291" y="422747"/>
                </a:cubicBezTo>
                <a:cubicBezTo>
                  <a:pt x="106203" y="422475"/>
                  <a:pt x="106159" y="422186"/>
                  <a:pt x="106181" y="421896"/>
                </a:cubicBezTo>
                <a:lnTo>
                  <a:pt x="108614" y="375153"/>
                </a:lnTo>
                <a:cubicBezTo>
                  <a:pt x="108636" y="374649"/>
                  <a:pt x="108834" y="374166"/>
                  <a:pt x="109184" y="373794"/>
                </a:cubicBezTo>
                <a:cubicBezTo>
                  <a:pt x="169609" y="307200"/>
                  <a:pt x="233914" y="244248"/>
                  <a:pt x="301792" y="185264"/>
                </a:cubicBezTo>
                <a:close/>
                <a:moveTo>
                  <a:pt x="60030" y="512510"/>
                </a:moveTo>
                <a:cubicBezTo>
                  <a:pt x="59482" y="514330"/>
                  <a:pt x="56719" y="514111"/>
                  <a:pt x="55272" y="514396"/>
                </a:cubicBezTo>
                <a:cubicBezTo>
                  <a:pt x="52203" y="514155"/>
                  <a:pt x="53365" y="511261"/>
                  <a:pt x="53430" y="509178"/>
                </a:cubicBezTo>
                <a:cubicBezTo>
                  <a:pt x="53430" y="508268"/>
                  <a:pt x="54000" y="507457"/>
                  <a:pt x="54856" y="507139"/>
                </a:cubicBezTo>
                <a:cubicBezTo>
                  <a:pt x="56785" y="506240"/>
                  <a:pt x="58451" y="509331"/>
                  <a:pt x="59591" y="510318"/>
                </a:cubicBezTo>
                <a:cubicBezTo>
                  <a:pt x="60118" y="510914"/>
                  <a:pt x="60293" y="511754"/>
                  <a:pt x="60030" y="512510"/>
                </a:cubicBezTo>
                <a:close/>
                <a:moveTo>
                  <a:pt x="158976" y="486332"/>
                </a:moveTo>
                <a:cubicBezTo>
                  <a:pt x="133521" y="495628"/>
                  <a:pt x="107496" y="503352"/>
                  <a:pt x="81099" y="509463"/>
                </a:cubicBezTo>
                <a:cubicBezTo>
                  <a:pt x="80529" y="509594"/>
                  <a:pt x="79937" y="509491"/>
                  <a:pt x="79433" y="509178"/>
                </a:cubicBezTo>
                <a:cubicBezTo>
                  <a:pt x="77986" y="508016"/>
                  <a:pt x="78227" y="505341"/>
                  <a:pt x="76539" y="503960"/>
                </a:cubicBezTo>
                <a:lnTo>
                  <a:pt x="27428" y="449280"/>
                </a:lnTo>
                <a:cubicBezTo>
                  <a:pt x="26178" y="447416"/>
                  <a:pt x="23196" y="447657"/>
                  <a:pt x="23240" y="445158"/>
                </a:cubicBezTo>
                <a:lnTo>
                  <a:pt x="27625" y="374583"/>
                </a:lnTo>
                <a:cubicBezTo>
                  <a:pt x="27691" y="373373"/>
                  <a:pt x="28721" y="372445"/>
                  <a:pt x="29927" y="372509"/>
                </a:cubicBezTo>
                <a:cubicBezTo>
                  <a:pt x="30059" y="372515"/>
                  <a:pt x="30191" y="372535"/>
                  <a:pt x="30322" y="372566"/>
                </a:cubicBezTo>
                <a:cubicBezTo>
                  <a:pt x="49966" y="377139"/>
                  <a:pt x="69808" y="380674"/>
                  <a:pt x="89825" y="383155"/>
                </a:cubicBezTo>
                <a:cubicBezTo>
                  <a:pt x="90922" y="383289"/>
                  <a:pt x="91755" y="384232"/>
                  <a:pt x="91755" y="385348"/>
                </a:cubicBezTo>
                <a:lnTo>
                  <a:pt x="89146" y="435555"/>
                </a:lnTo>
                <a:cubicBezTo>
                  <a:pt x="88992" y="437454"/>
                  <a:pt x="89562" y="439342"/>
                  <a:pt x="90746" y="440839"/>
                </a:cubicBezTo>
                <a:cubicBezTo>
                  <a:pt x="91689" y="444220"/>
                  <a:pt x="95219" y="446189"/>
                  <a:pt x="98595" y="445235"/>
                </a:cubicBezTo>
                <a:cubicBezTo>
                  <a:pt x="99056" y="445105"/>
                  <a:pt x="99494" y="444926"/>
                  <a:pt x="99910" y="444698"/>
                </a:cubicBezTo>
                <a:cubicBezTo>
                  <a:pt x="115784" y="437916"/>
                  <a:pt x="132491" y="433292"/>
                  <a:pt x="149592" y="430951"/>
                </a:cubicBezTo>
                <a:cubicBezTo>
                  <a:pt x="150797" y="430780"/>
                  <a:pt x="151893" y="431611"/>
                  <a:pt x="152069" y="432810"/>
                </a:cubicBezTo>
                <a:cubicBezTo>
                  <a:pt x="152091" y="432869"/>
                  <a:pt x="152091" y="432931"/>
                  <a:pt x="152091" y="432990"/>
                </a:cubicBezTo>
                <a:cubicBezTo>
                  <a:pt x="153099" y="450089"/>
                  <a:pt x="155862" y="467041"/>
                  <a:pt x="160357" y="483570"/>
                </a:cubicBezTo>
                <a:cubicBezTo>
                  <a:pt x="160729" y="484714"/>
                  <a:pt x="160115" y="485946"/>
                  <a:pt x="158976" y="486332"/>
                </a:cubicBezTo>
                <a:close/>
                <a:moveTo>
                  <a:pt x="390411" y="257330"/>
                </a:moveTo>
                <a:lnTo>
                  <a:pt x="177743" y="471292"/>
                </a:lnTo>
                <a:cubicBezTo>
                  <a:pt x="176888" y="472147"/>
                  <a:pt x="175506" y="472145"/>
                  <a:pt x="174651" y="471288"/>
                </a:cubicBezTo>
                <a:cubicBezTo>
                  <a:pt x="174345" y="471000"/>
                  <a:pt x="174147" y="470637"/>
                  <a:pt x="174059" y="470240"/>
                </a:cubicBezTo>
                <a:cubicBezTo>
                  <a:pt x="170595" y="455342"/>
                  <a:pt x="168622" y="440142"/>
                  <a:pt x="168118" y="424856"/>
                </a:cubicBezTo>
                <a:cubicBezTo>
                  <a:pt x="168096" y="424218"/>
                  <a:pt x="168359" y="423602"/>
                  <a:pt x="168820" y="423168"/>
                </a:cubicBezTo>
                <a:cubicBezTo>
                  <a:pt x="233738" y="364300"/>
                  <a:pt x="292803" y="297321"/>
                  <a:pt x="349061" y="230758"/>
                </a:cubicBezTo>
                <a:cubicBezTo>
                  <a:pt x="349544" y="230771"/>
                  <a:pt x="350004" y="230931"/>
                  <a:pt x="350398" y="231218"/>
                </a:cubicBezTo>
                <a:cubicBezTo>
                  <a:pt x="362457" y="240376"/>
                  <a:pt x="375634" y="247951"/>
                  <a:pt x="389622" y="253757"/>
                </a:cubicBezTo>
                <a:cubicBezTo>
                  <a:pt x="390762" y="254191"/>
                  <a:pt x="391310" y="255458"/>
                  <a:pt x="390893" y="256589"/>
                </a:cubicBezTo>
                <a:cubicBezTo>
                  <a:pt x="390784" y="256866"/>
                  <a:pt x="390608" y="257118"/>
                  <a:pt x="390411" y="257330"/>
                </a:cubicBezTo>
                <a:close/>
                <a:moveTo>
                  <a:pt x="433317" y="214139"/>
                </a:moveTo>
                <a:lnTo>
                  <a:pt x="406745" y="240887"/>
                </a:lnTo>
                <a:cubicBezTo>
                  <a:pt x="344194" y="223588"/>
                  <a:pt x="306089" y="161586"/>
                  <a:pt x="276184" y="111401"/>
                </a:cubicBezTo>
                <a:cubicBezTo>
                  <a:pt x="275658" y="110488"/>
                  <a:pt x="275855" y="109329"/>
                  <a:pt x="276644" y="108638"/>
                </a:cubicBezTo>
                <a:lnTo>
                  <a:pt x="297736" y="90309"/>
                </a:lnTo>
                <a:cubicBezTo>
                  <a:pt x="298657" y="89511"/>
                  <a:pt x="300038" y="89603"/>
                  <a:pt x="300827" y="90513"/>
                </a:cubicBezTo>
                <a:cubicBezTo>
                  <a:pt x="300980" y="90675"/>
                  <a:pt x="301090" y="90857"/>
                  <a:pt x="301178" y="91055"/>
                </a:cubicBezTo>
                <a:cubicBezTo>
                  <a:pt x="305431" y="100482"/>
                  <a:pt x="312557" y="108090"/>
                  <a:pt x="320077" y="115698"/>
                </a:cubicBezTo>
                <a:cubicBezTo>
                  <a:pt x="329592" y="125279"/>
                  <a:pt x="339392" y="134904"/>
                  <a:pt x="348864" y="144200"/>
                </a:cubicBezTo>
                <a:cubicBezTo>
                  <a:pt x="374735" y="168317"/>
                  <a:pt x="398150" y="198595"/>
                  <a:pt x="432462" y="210522"/>
                </a:cubicBezTo>
                <a:cubicBezTo>
                  <a:pt x="433624" y="210874"/>
                  <a:pt x="434282" y="212098"/>
                  <a:pt x="433931" y="213258"/>
                </a:cubicBezTo>
                <a:cubicBezTo>
                  <a:pt x="433821" y="213617"/>
                  <a:pt x="433602" y="213944"/>
                  <a:pt x="433339" y="214205"/>
                </a:cubicBezTo>
                <a:close/>
                <a:moveTo>
                  <a:pt x="501722" y="121508"/>
                </a:moveTo>
                <a:cubicBezTo>
                  <a:pt x="497096" y="144971"/>
                  <a:pt x="482867" y="165431"/>
                  <a:pt x="462477" y="177920"/>
                </a:cubicBezTo>
                <a:cubicBezTo>
                  <a:pt x="459298" y="179573"/>
                  <a:pt x="457829" y="183311"/>
                  <a:pt x="459013" y="186690"/>
                </a:cubicBezTo>
                <a:cubicBezTo>
                  <a:pt x="459254" y="187466"/>
                  <a:pt x="459035" y="188310"/>
                  <a:pt x="458465" y="188882"/>
                </a:cubicBezTo>
                <a:lnTo>
                  <a:pt x="449695" y="197652"/>
                </a:lnTo>
                <a:cubicBezTo>
                  <a:pt x="448928" y="198415"/>
                  <a:pt x="447744" y="198516"/>
                  <a:pt x="446866" y="197893"/>
                </a:cubicBezTo>
                <a:cubicBezTo>
                  <a:pt x="420689" y="191009"/>
                  <a:pt x="400978" y="173337"/>
                  <a:pt x="382430" y="153693"/>
                </a:cubicBezTo>
                <a:cubicBezTo>
                  <a:pt x="373661" y="144770"/>
                  <a:pt x="344589" y="116027"/>
                  <a:pt x="335315" y="107081"/>
                </a:cubicBezTo>
                <a:cubicBezTo>
                  <a:pt x="326545" y="98684"/>
                  <a:pt x="317512" y="90002"/>
                  <a:pt x="314157" y="77659"/>
                </a:cubicBezTo>
                <a:cubicBezTo>
                  <a:pt x="313960" y="76858"/>
                  <a:pt x="314223" y="76010"/>
                  <a:pt x="314837" y="75466"/>
                </a:cubicBezTo>
                <a:lnTo>
                  <a:pt x="345904" y="48455"/>
                </a:lnTo>
                <a:cubicBezTo>
                  <a:pt x="348053" y="47635"/>
                  <a:pt x="349872" y="46083"/>
                  <a:pt x="350990" y="44070"/>
                </a:cubicBezTo>
                <a:cubicBezTo>
                  <a:pt x="362084" y="20940"/>
                  <a:pt x="393677" y="16577"/>
                  <a:pt x="420557" y="21773"/>
                </a:cubicBezTo>
                <a:cubicBezTo>
                  <a:pt x="475522" y="29030"/>
                  <a:pt x="510579" y="70007"/>
                  <a:pt x="501722" y="121574"/>
                </a:cubicBezTo>
                <a:close/>
              </a:path>
            </a:pathLst>
          </a:custGeom>
          <a:solidFill>
            <a:schemeClr val="dk1"/>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97" name="Google Shape;197;gfbd7e71dad_0_17"/>
          <p:cNvPicPr preferRelativeResize="0"/>
          <p:nvPr/>
        </p:nvPicPr>
        <p:blipFill rotWithShape="1">
          <a:blip r:embed="rId4">
            <a:alphaModFix/>
          </a:blip>
          <a:srcRect b="0" l="0" r="0" t="0"/>
          <a:stretch/>
        </p:blipFill>
        <p:spPr>
          <a:xfrm>
            <a:off x="7354125" y="1299275"/>
            <a:ext cx="1157700" cy="1572050"/>
          </a:xfrm>
          <a:prstGeom prst="rect">
            <a:avLst/>
          </a:prstGeom>
          <a:noFill/>
          <a:ln>
            <a:noFill/>
          </a:ln>
        </p:spPr>
      </p:pic>
      <p:sp>
        <p:nvSpPr>
          <p:cNvPr id="198" name="Google Shape;198;gfbd7e71dad_0_17"/>
          <p:cNvSpPr txBox="1"/>
          <p:nvPr/>
        </p:nvSpPr>
        <p:spPr>
          <a:xfrm>
            <a:off x="621938" y="1347191"/>
            <a:ext cx="6818700" cy="3169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Prof. Marcelo Fernandes, PhD</a:t>
            </a:r>
            <a:r>
              <a:rPr b="0" i="0" lang="en" sz="900" u="none" cap="none" strike="noStrike">
                <a:solidFill>
                  <a:srgbClr val="000000"/>
                </a:solidFill>
                <a:latin typeface="Arial"/>
                <a:ea typeface="Arial"/>
                <a:cs typeface="Arial"/>
                <a:sym typeface="Arial"/>
              </a:rPr>
              <a:t> is a globally recognized expert in Operational Excellence, Lean Six Sigma, and innovative learning methodologies. Over the past two decades, he has developed a unique and highly engaging teaching approach, delivered through virtual, in-person, and blended learning environments, that combines Lean Six Sigma concepts with gamification, active learning strategies, and real-world application.</a:t>
            </a:r>
            <a:endParaRPr b="0" i="0" sz="9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With more than 25 years of international experience, Marcelo has designed and deployed continuous improvement programs and Operational Excellence strategies across a wide range of industries, consistently delivering outstanding business results, including ROI exceeding 20:1 and near-zero defect performance in critical processes.</a:t>
            </a:r>
            <a:endParaRPr b="0" i="0" sz="9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Marcelo is an official Minitab Training Provider and a passionate advocate for making complex concepts simple, practical, and impactful.</a:t>
            </a:r>
            <a:endParaRPr b="0" i="0" sz="9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He holds both a PhD and a Master’s Degree in Industrial Engineering, with research focused on Operational Excellence and Lean Six Sigma. Throughout his career, he has trained more than 150,000 professionals from over 100 countries and has mentored and coached more than 500 improvement projects across manufacturing, healthcare, service, and transactional environments.</a:t>
            </a:r>
            <a:endParaRPr b="0" i="0" sz="9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900"/>
              <a:buFont typeface="Arial"/>
              <a:buNone/>
            </a:pPr>
            <a:r>
              <a:rPr b="0" i="0" lang="en" sz="900" u="none" cap="none" strike="noStrike">
                <a:solidFill>
                  <a:srgbClr val="000000"/>
                </a:solidFill>
                <a:latin typeface="Arial"/>
                <a:ea typeface="Arial"/>
                <a:cs typeface="Arial"/>
                <a:sym typeface="Arial"/>
              </a:rPr>
              <a:t>Bridging the gap between academia and industry, Marcelo has built a distinguished career in both worlds. His mission is to empower professionals and organizations to achieve breakthrough results through practical excellence, continuous learning, and a belief that passion, simplicity, and disciplined execution can transform processes, and lives, for the better.</a:t>
            </a:r>
            <a:endParaRPr b="0" i="0" sz="850" u="none" cap="none" strike="noStrike">
              <a:solidFill>
                <a:srgbClr val="000000"/>
              </a:solidFill>
              <a:highlight>
                <a:srgbClr val="FFFFFF"/>
              </a:highlight>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
          <p:cNvSpPr txBox="1"/>
          <p:nvPr>
            <p:ph idx="1" type="body"/>
          </p:nvPr>
        </p:nvSpPr>
        <p:spPr>
          <a:xfrm>
            <a:off x="1714300" y="1186825"/>
            <a:ext cx="5715300" cy="27699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2800"/>
              <a:buNone/>
            </a:pPr>
            <a:r>
              <a:rPr lang="en" sz="3200"/>
              <a:t>Education is not the filling of a pail, but the lighting of a fire.</a:t>
            </a:r>
            <a:endParaRPr/>
          </a:p>
          <a:p>
            <a:pPr indent="0" lvl="0" marL="0" rtl="0" algn="r">
              <a:lnSpc>
                <a:spcPct val="100000"/>
              </a:lnSpc>
              <a:spcBef>
                <a:spcPts val="1000"/>
              </a:spcBef>
              <a:spcAft>
                <a:spcPts val="1000"/>
              </a:spcAft>
              <a:buSzPts val="2800"/>
              <a:buNone/>
            </a:pPr>
            <a:r>
              <a:rPr lang="en" sz="1800"/>
              <a:t>(William Butler Yeats)</a:t>
            </a:r>
            <a:endParaRPr sz="1800"/>
          </a:p>
        </p:txBody>
      </p:sp>
      <p:sp>
        <p:nvSpPr>
          <p:cNvPr id="204" name="Google Shape;204;p2"/>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205" name="Google Shape;205;p2"/>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e96d9cce34_1_15"/>
          <p:cNvSpPr txBox="1"/>
          <p:nvPr>
            <p:ph type="title"/>
          </p:nvPr>
        </p:nvSpPr>
        <p:spPr>
          <a:xfrm>
            <a:off x="883375" y="683600"/>
            <a:ext cx="64263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a:t>The DMADV Roadmap</a:t>
            </a:r>
            <a:endParaRPr/>
          </a:p>
        </p:txBody>
      </p:sp>
      <p:sp>
        <p:nvSpPr>
          <p:cNvPr id="211" name="Google Shape;211;ge96d9cce34_1_15"/>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sp>
        <p:nvSpPr>
          <p:cNvPr id="212" name="Google Shape;212;ge96d9cce34_1_15"/>
          <p:cNvSpPr/>
          <p:nvPr/>
        </p:nvSpPr>
        <p:spPr>
          <a:xfrm>
            <a:off x="0" y="2371028"/>
            <a:ext cx="9144000" cy="1011044"/>
          </a:xfrm>
          <a:custGeom>
            <a:rect b="b" l="l" r="r" t="t"/>
            <a:pathLst>
              <a:path extrusionOk="0" h="1348058" w="1219200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cap="flat" cmpd="sng" w="228600">
            <a:solidFill>
              <a:schemeClr val="dk2"/>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3" name="Google Shape;213;ge96d9cce34_1_15"/>
          <p:cNvSpPr/>
          <p:nvPr/>
        </p:nvSpPr>
        <p:spPr>
          <a:xfrm>
            <a:off x="0" y="2371028"/>
            <a:ext cx="9144000" cy="1011044"/>
          </a:xfrm>
          <a:custGeom>
            <a:rect b="b" l="l" r="r" t="t"/>
            <a:pathLst>
              <a:path extrusionOk="0" h="1348058" w="1219200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cap="flat" cmpd="sng" w="19050">
            <a:solidFill>
              <a:schemeClr val="lt1"/>
            </a:solidFill>
            <a:prstDash val="dash"/>
            <a:miter lim="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214" name="Google Shape;214;ge96d9cce34_1_15"/>
          <p:cNvGrpSpPr/>
          <p:nvPr/>
        </p:nvGrpSpPr>
        <p:grpSpPr>
          <a:xfrm>
            <a:off x="1786338" y="1703401"/>
            <a:ext cx="473400" cy="473400"/>
            <a:chOff x="1786338" y="1703401"/>
            <a:chExt cx="473400" cy="473400"/>
          </a:xfrm>
        </p:grpSpPr>
        <p:sp>
          <p:nvSpPr>
            <p:cNvPr id="215" name="Google Shape;215;ge96d9cce34_1_15"/>
            <p:cNvSpPr/>
            <p:nvPr/>
          </p:nvSpPr>
          <p:spPr>
            <a:xfrm rot="8100000">
              <a:off x="1855666" y="1772729"/>
              <a:ext cx="334744" cy="334744"/>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16" name="Google Shape;216;ge96d9cce34_1_15"/>
            <p:cNvSpPr/>
            <p:nvPr/>
          </p:nvSpPr>
          <p:spPr>
            <a:xfrm>
              <a:off x="1955989" y="1866499"/>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1</a:t>
              </a:r>
              <a:endParaRPr b="0" i="0" sz="600" u="none" cap="none" strike="noStrike">
                <a:solidFill>
                  <a:schemeClr val="dk1"/>
                </a:solidFill>
                <a:latin typeface="Arial"/>
                <a:ea typeface="Arial"/>
                <a:cs typeface="Arial"/>
                <a:sym typeface="Arial"/>
              </a:endParaRPr>
            </a:p>
          </p:txBody>
        </p:sp>
      </p:grpSp>
      <p:grpSp>
        <p:nvGrpSpPr>
          <p:cNvPr id="217" name="Google Shape;217;ge96d9cce34_1_15"/>
          <p:cNvGrpSpPr/>
          <p:nvPr/>
        </p:nvGrpSpPr>
        <p:grpSpPr>
          <a:xfrm>
            <a:off x="3814413" y="1703401"/>
            <a:ext cx="473400" cy="473400"/>
            <a:chOff x="3814413" y="1703401"/>
            <a:chExt cx="473400" cy="473400"/>
          </a:xfrm>
        </p:grpSpPr>
        <p:sp>
          <p:nvSpPr>
            <p:cNvPr id="218" name="Google Shape;218;ge96d9cce34_1_15"/>
            <p:cNvSpPr/>
            <p:nvPr/>
          </p:nvSpPr>
          <p:spPr>
            <a:xfrm rot="8100000">
              <a:off x="3883741" y="1772729"/>
              <a:ext cx="334744" cy="334744"/>
            </a:xfrm>
            <a:prstGeom prst="teardrop">
              <a:avLst>
                <a:gd fmla="val 10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19" name="Google Shape;219;ge96d9cce34_1_15"/>
            <p:cNvSpPr/>
            <p:nvPr/>
          </p:nvSpPr>
          <p:spPr>
            <a:xfrm>
              <a:off x="3984064" y="1866499"/>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3</a:t>
              </a:r>
              <a:endParaRPr b="0" i="0" sz="600" u="none" cap="none" strike="noStrike">
                <a:solidFill>
                  <a:schemeClr val="dk1"/>
                </a:solidFill>
                <a:latin typeface="Arial"/>
                <a:ea typeface="Arial"/>
                <a:cs typeface="Arial"/>
                <a:sym typeface="Arial"/>
              </a:endParaRPr>
            </a:p>
          </p:txBody>
        </p:sp>
      </p:grpSp>
      <p:grpSp>
        <p:nvGrpSpPr>
          <p:cNvPr id="220" name="Google Shape;220;ge96d9cce34_1_15"/>
          <p:cNvGrpSpPr/>
          <p:nvPr/>
        </p:nvGrpSpPr>
        <p:grpSpPr>
          <a:xfrm>
            <a:off x="5842488" y="1703401"/>
            <a:ext cx="473400" cy="473400"/>
            <a:chOff x="5842488" y="1703401"/>
            <a:chExt cx="473400" cy="473400"/>
          </a:xfrm>
        </p:grpSpPr>
        <p:sp>
          <p:nvSpPr>
            <p:cNvPr id="221" name="Google Shape;221;ge96d9cce34_1_15"/>
            <p:cNvSpPr/>
            <p:nvPr/>
          </p:nvSpPr>
          <p:spPr>
            <a:xfrm rot="8100000">
              <a:off x="5911816" y="1772729"/>
              <a:ext cx="334744" cy="334744"/>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22" name="Google Shape;222;ge96d9cce34_1_15"/>
            <p:cNvSpPr/>
            <p:nvPr/>
          </p:nvSpPr>
          <p:spPr>
            <a:xfrm>
              <a:off x="6012139" y="1866499"/>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5</a:t>
              </a:r>
              <a:endParaRPr b="0" i="0" sz="600" u="none" cap="none" strike="noStrike">
                <a:solidFill>
                  <a:schemeClr val="dk1"/>
                </a:solidFill>
                <a:latin typeface="Arial"/>
                <a:ea typeface="Arial"/>
                <a:cs typeface="Arial"/>
                <a:sym typeface="Arial"/>
              </a:endParaRPr>
            </a:p>
          </p:txBody>
        </p:sp>
      </p:grpSp>
      <p:grpSp>
        <p:nvGrpSpPr>
          <p:cNvPr id="223" name="Google Shape;223;ge96d9cce34_1_15"/>
          <p:cNvGrpSpPr/>
          <p:nvPr/>
        </p:nvGrpSpPr>
        <p:grpSpPr>
          <a:xfrm>
            <a:off x="4852739" y="3576300"/>
            <a:ext cx="473400" cy="473400"/>
            <a:chOff x="4852739" y="3576300"/>
            <a:chExt cx="473400" cy="473400"/>
          </a:xfrm>
        </p:grpSpPr>
        <p:sp>
          <p:nvSpPr>
            <p:cNvPr id="224" name="Google Shape;224;ge96d9cce34_1_15"/>
            <p:cNvSpPr/>
            <p:nvPr/>
          </p:nvSpPr>
          <p:spPr>
            <a:xfrm rot="-2700000">
              <a:off x="4922067" y="3645628"/>
              <a:ext cx="334744" cy="334744"/>
            </a:xfrm>
            <a:prstGeom prst="teardrop">
              <a:avLst>
                <a:gd fmla="val 100000"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25" name="Google Shape;225;ge96d9cce34_1_15"/>
            <p:cNvSpPr/>
            <p:nvPr/>
          </p:nvSpPr>
          <p:spPr>
            <a:xfrm flipH="1">
              <a:off x="5022389" y="3752502"/>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4</a:t>
              </a:r>
              <a:endParaRPr b="0" i="0" sz="600" u="none" cap="none" strike="noStrike">
                <a:solidFill>
                  <a:schemeClr val="dk1"/>
                </a:solidFill>
                <a:latin typeface="Arial"/>
                <a:ea typeface="Arial"/>
                <a:cs typeface="Arial"/>
                <a:sym typeface="Arial"/>
              </a:endParaRPr>
            </a:p>
          </p:txBody>
        </p:sp>
      </p:grpSp>
      <p:grpSp>
        <p:nvGrpSpPr>
          <p:cNvPr id="226" name="Google Shape;226;ge96d9cce34_1_15"/>
          <p:cNvGrpSpPr/>
          <p:nvPr/>
        </p:nvGrpSpPr>
        <p:grpSpPr>
          <a:xfrm>
            <a:off x="2824664" y="3576300"/>
            <a:ext cx="473400" cy="473400"/>
            <a:chOff x="2824664" y="3576300"/>
            <a:chExt cx="473400" cy="473400"/>
          </a:xfrm>
        </p:grpSpPr>
        <p:sp>
          <p:nvSpPr>
            <p:cNvPr id="227" name="Google Shape;227;ge96d9cce34_1_15"/>
            <p:cNvSpPr/>
            <p:nvPr/>
          </p:nvSpPr>
          <p:spPr>
            <a:xfrm rot="-2700000">
              <a:off x="2893992" y="3645628"/>
              <a:ext cx="334744" cy="334744"/>
            </a:xfrm>
            <a:prstGeom prst="teardrop">
              <a:avLst>
                <a:gd fmla="val 100000" name="adj"/>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28" name="Google Shape;228;ge96d9cce34_1_15"/>
            <p:cNvSpPr/>
            <p:nvPr/>
          </p:nvSpPr>
          <p:spPr>
            <a:xfrm flipH="1">
              <a:off x="2994314" y="3752502"/>
              <a:ext cx="134100" cy="134100"/>
            </a:xfrm>
            <a:prstGeom prst="ellipse">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Arial"/>
                  <a:ea typeface="Arial"/>
                  <a:cs typeface="Arial"/>
                  <a:sym typeface="Arial"/>
                </a:rPr>
                <a:t>2</a:t>
              </a:r>
              <a:endParaRPr b="0" i="0" sz="600" u="none" cap="none" strike="noStrike">
                <a:solidFill>
                  <a:schemeClr val="dk1"/>
                </a:solidFill>
                <a:latin typeface="Arial"/>
                <a:ea typeface="Arial"/>
                <a:cs typeface="Arial"/>
                <a:sym typeface="Arial"/>
              </a:endParaRPr>
            </a:p>
          </p:txBody>
        </p:sp>
      </p:grpSp>
      <p:sp>
        <p:nvSpPr>
          <p:cNvPr id="229" name="Google Shape;229;ge96d9cce34_1_15"/>
          <p:cNvSpPr txBox="1"/>
          <p:nvPr/>
        </p:nvSpPr>
        <p:spPr>
          <a:xfrm>
            <a:off x="1379850" y="1156100"/>
            <a:ext cx="1286400" cy="5334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2000" u="none" cap="none" strike="noStrike">
                <a:solidFill>
                  <a:schemeClr val="dk1"/>
                </a:solidFill>
                <a:latin typeface="Arial"/>
                <a:ea typeface="Arial"/>
                <a:cs typeface="Arial"/>
                <a:sym typeface="Arial"/>
              </a:rPr>
              <a:t>Define</a:t>
            </a:r>
            <a:endParaRPr b="0" i="0" sz="2000" u="none" cap="none" strike="noStrike">
              <a:solidFill>
                <a:schemeClr val="dk1"/>
              </a:solidFill>
              <a:latin typeface="Arial"/>
              <a:ea typeface="Arial"/>
              <a:cs typeface="Arial"/>
              <a:sym typeface="Arial"/>
            </a:endParaRPr>
          </a:p>
        </p:txBody>
      </p:sp>
      <p:sp>
        <p:nvSpPr>
          <p:cNvPr id="230" name="Google Shape;230;ge96d9cce34_1_15"/>
          <p:cNvSpPr txBox="1"/>
          <p:nvPr/>
        </p:nvSpPr>
        <p:spPr>
          <a:xfrm>
            <a:off x="3377205" y="1156100"/>
            <a:ext cx="1286400" cy="5334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2000" u="none" cap="none" strike="noStrike">
                <a:solidFill>
                  <a:schemeClr val="dk1"/>
                </a:solidFill>
                <a:latin typeface="Arial"/>
                <a:ea typeface="Arial"/>
                <a:cs typeface="Arial"/>
                <a:sym typeface="Arial"/>
              </a:rPr>
              <a:t>Analyze</a:t>
            </a:r>
            <a:endParaRPr b="0" i="0" sz="2000" u="none" cap="none" strike="noStrike">
              <a:solidFill>
                <a:schemeClr val="dk1"/>
              </a:solidFill>
              <a:latin typeface="Arial"/>
              <a:ea typeface="Arial"/>
              <a:cs typeface="Arial"/>
              <a:sym typeface="Arial"/>
            </a:endParaRPr>
          </a:p>
        </p:txBody>
      </p:sp>
      <p:sp>
        <p:nvSpPr>
          <p:cNvPr id="231" name="Google Shape;231;ge96d9cce34_1_15"/>
          <p:cNvSpPr txBox="1"/>
          <p:nvPr/>
        </p:nvSpPr>
        <p:spPr>
          <a:xfrm>
            <a:off x="5436010" y="1156100"/>
            <a:ext cx="1286400" cy="5334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2000" u="none" cap="none" strike="noStrike">
                <a:solidFill>
                  <a:schemeClr val="dk1"/>
                </a:solidFill>
                <a:latin typeface="Arial"/>
                <a:ea typeface="Arial"/>
                <a:cs typeface="Arial"/>
                <a:sym typeface="Arial"/>
              </a:rPr>
              <a:t>Verify</a:t>
            </a:r>
            <a:endParaRPr b="0" i="0" sz="2000" u="none" cap="none" strike="noStrike">
              <a:solidFill>
                <a:schemeClr val="dk1"/>
              </a:solidFill>
              <a:latin typeface="Arial"/>
              <a:ea typeface="Arial"/>
              <a:cs typeface="Arial"/>
              <a:sym typeface="Arial"/>
            </a:endParaRPr>
          </a:p>
        </p:txBody>
      </p:sp>
      <p:sp>
        <p:nvSpPr>
          <p:cNvPr id="232" name="Google Shape;232;ge96d9cce34_1_15"/>
          <p:cNvSpPr txBox="1"/>
          <p:nvPr/>
        </p:nvSpPr>
        <p:spPr>
          <a:xfrm>
            <a:off x="2418175" y="4063600"/>
            <a:ext cx="1286400" cy="533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2000" u="none" cap="none" strike="noStrike">
                <a:solidFill>
                  <a:schemeClr val="dk1"/>
                </a:solidFill>
                <a:latin typeface="Arial"/>
                <a:ea typeface="Arial"/>
                <a:cs typeface="Arial"/>
                <a:sym typeface="Arial"/>
              </a:rPr>
              <a:t>Measure</a:t>
            </a:r>
            <a:endParaRPr b="0" i="0" sz="2000" u="none" cap="none" strike="noStrike">
              <a:solidFill>
                <a:schemeClr val="dk1"/>
              </a:solidFill>
              <a:latin typeface="Arial"/>
              <a:ea typeface="Arial"/>
              <a:cs typeface="Arial"/>
              <a:sym typeface="Arial"/>
            </a:endParaRPr>
          </a:p>
        </p:txBody>
      </p:sp>
      <p:sp>
        <p:nvSpPr>
          <p:cNvPr id="233" name="Google Shape;233;ge96d9cce34_1_15"/>
          <p:cNvSpPr txBox="1"/>
          <p:nvPr/>
        </p:nvSpPr>
        <p:spPr>
          <a:xfrm>
            <a:off x="4446255" y="4063600"/>
            <a:ext cx="1286400" cy="533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2000" u="none" cap="none" strike="noStrike">
                <a:solidFill>
                  <a:schemeClr val="dk1"/>
                </a:solidFill>
                <a:latin typeface="Arial"/>
                <a:ea typeface="Arial"/>
                <a:cs typeface="Arial"/>
                <a:sym typeface="Arial"/>
              </a:rPr>
              <a:t>Design</a:t>
            </a:r>
            <a:endParaRPr b="0" i="0" sz="2000" u="none" cap="none" strike="noStrike">
              <a:solidFill>
                <a:schemeClr val="dk1"/>
              </a:solidFill>
              <a:latin typeface="Arial"/>
              <a:ea typeface="Arial"/>
              <a:cs typeface="Arial"/>
              <a:sym typeface="Arial"/>
            </a:endParaRPr>
          </a:p>
        </p:txBody>
      </p:sp>
      <p:pic>
        <p:nvPicPr>
          <p:cNvPr descr="Logotipo&#10;&#10;Descrição gerada automaticamente com confiança média" id="234" name="Google Shape;234;ge96d9cce34_1_15"/>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235" name="Google Shape;235;ge96d9cce34_1_15"/>
          <p:cNvSpPr/>
          <p:nvPr/>
        </p:nvSpPr>
        <p:spPr>
          <a:xfrm>
            <a:off x="7736936" y="3713990"/>
            <a:ext cx="1020301" cy="979373"/>
          </a:xfrm>
          <a:custGeom>
            <a:rect b="b" l="l" r="r" t="t"/>
            <a:pathLst>
              <a:path extrusionOk="0" h="464158" w="483555">
                <a:moveTo>
                  <a:pt x="14370" y="311041"/>
                </a:moveTo>
                <a:cubicBezTo>
                  <a:pt x="13208" y="301350"/>
                  <a:pt x="-977" y="305669"/>
                  <a:pt x="54" y="314812"/>
                </a:cubicBezTo>
                <a:cubicBezTo>
                  <a:pt x="5227" y="358303"/>
                  <a:pt x="26648" y="398237"/>
                  <a:pt x="59995" y="426627"/>
                </a:cubicBezTo>
                <a:cubicBezTo>
                  <a:pt x="67120" y="432700"/>
                  <a:pt x="77995" y="422132"/>
                  <a:pt x="70957" y="416191"/>
                </a:cubicBezTo>
                <a:cubicBezTo>
                  <a:pt x="39408" y="389609"/>
                  <a:pt x="19172" y="352011"/>
                  <a:pt x="14370" y="311041"/>
                </a:cubicBezTo>
                <a:close/>
                <a:moveTo>
                  <a:pt x="336880" y="193437"/>
                </a:moveTo>
                <a:cubicBezTo>
                  <a:pt x="334468" y="176358"/>
                  <a:pt x="330303" y="159652"/>
                  <a:pt x="314956" y="149764"/>
                </a:cubicBezTo>
                <a:cubicBezTo>
                  <a:pt x="298096" y="138801"/>
                  <a:pt x="277136" y="134943"/>
                  <a:pt x="257360" y="135008"/>
                </a:cubicBezTo>
                <a:cubicBezTo>
                  <a:pt x="255101" y="134929"/>
                  <a:pt x="252953" y="136054"/>
                  <a:pt x="251747" y="137968"/>
                </a:cubicBezTo>
                <a:cubicBezTo>
                  <a:pt x="221513" y="140051"/>
                  <a:pt x="199128" y="156275"/>
                  <a:pt x="191038" y="185961"/>
                </a:cubicBezTo>
                <a:cubicBezTo>
                  <a:pt x="183255" y="213827"/>
                  <a:pt x="188122" y="259386"/>
                  <a:pt x="214563" y="276487"/>
                </a:cubicBezTo>
                <a:cubicBezTo>
                  <a:pt x="227893" y="285104"/>
                  <a:pt x="244534" y="286924"/>
                  <a:pt x="260056" y="287450"/>
                </a:cubicBezTo>
                <a:cubicBezTo>
                  <a:pt x="318003" y="291681"/>
                  <a:pt x="344510" y="246232"/>
                  <a:pt x="336880" y="193437"/>
                </a:cubicBezTo>
                <a:close/>
                <a:moveTo>
                  <a:pt x="264069" y="272760"/>
                </a:moveTo>
                <a:cubicBezTo>
                  <a:pt x="249708" y="272541"/>
                  <a:pt x="231906" y="271489"/>
                  <a:pt x="220220" y="261973"/>
                </a:cubicBezTo>
                <a:cubicBezTo>
                  <a:pt x="207306" y="251384"/>
                  <a:pt x="204105" y="231060"/>
                  <a:pt x="203031" y="215384"/>
                </a:cubicBezTo>
                <a:cubicBezTo>
                  <a:pt x="201891" y="198787"/>
                  <a:pt x="204719" y="181006"/>
                  <a:pt x="216185" y="168158"/>
                </a:cubicBezTo>
                <a:cubicBezTo>
                  <a:pt x="228003" y="154806"/>
                  <a:pt x="245827" y="152811"/>
                  <a:pt x="262600" y="152000"/>
                </a:cubicBezTo>
                <a:cubicBezTo>
                  <a:pt x="264244" y="151908"/>
                  <a:pt x="265801" y="151241"/>
                  <a:pt x="266985" y="150114"/>
                </a:cubicBezTo>
                <a:cubicBezTo>
                  <a:pt x="282332" y="151211"/>
                  <a:pt x="299411" y="155376"/>
                  <a:pt x="310373" y="165264"/>
                </a:cubicBezTo>
                <a:cubicBezTo>
                  <a:pt x="321840" y="175613"/>
                  <a:pt x="323133" y="196616"/>
                  <a:pt x="323353" y="210999"/>
                </a:cubicBezTo>
                <a:cubicBezTo>
                  <a:pt x="324142" y="248709"/>
                  <a:pt x="303270" y="274580"/>
                  <a:pt x="264069" y="272760"/>
                </a:cubicBezTo>
                <a:close/>
                <a:moveTo>
                  <a:pt x="271414" y="444539"/>
                </a:moveTo>
                <a:cubicBezTo>
                  <a:pt x="155805" y="470849"/>
                  <a:pt x="43398" y="380958"/>
                  <a:pt x="44122" y="262302"/>
                </a:cubicBezTo>
                <a:cubicBezTo>
                  <a:pt x="44122" y="252502"/>
                  <a:pt x="29498" y="252809"/>
                  <a:pt x="29520" y="262302"/>
                </a:cubicBezTo>
                <a:cubicBezTo>
                  <a:pt x="28555" y="390561"/>
                  <a:pt x="149250" y="487818"/>
                  <a:pt x="274351" y="459097"/>
                </a:cubicBezTo>
                <a:cubicBezTo>
                  <a:pt x="283428" y="457080"/>
                  <a:pt x="280951" y="442456"/>
                  <a:pt x="271414" y="444539"/>
                </a:cubicBezTo>
                <a:close/>
                <a:moveTo>
                  <a:pt x="348150" y="137245"/>
                </a:moveTo>
                <a:cubicBezTo>
                  <a:pt x="328966" y="112294"/>
                  <a:pt x="296408" y="110321"/>
                  <a:pt x="267029" y="109072"/>
                </a:cubicBezTo>
                <a:cubicBezTo>
                  <a:pt x="257952" y="108677"/>
                  <a:pt x="254291" y="123344"/>
                  <a:pt x="263871" y="123739"/>
                </a:cubicBezTo>
                <a:cubicBezTo>
                  <a:pt x="287988" y="124770"/>
                  <a:pt x="319450" y="125011"/>
                  <a:pt x="335521" y="145817"/>
                </a:cubicBezTo>
                <a:cubicBezTo>
                  <a:pt x="353389" y="169123"/>
                  <a:pt x="358585" y="191859"/>
                  <a:pt x="354222" y="220580"/>
                </a:cubicBezTo>
                <a:cubicBezTo>
                  <a:pt x="353104" y="230270"/>
                  <a:pt x="367553" y="232309"/>
                  <a:pt x="368627" y="222926"/>
                </a:cubicBezTo>
                <a:cubicBezTo>
                  <a:pt x="370447" y="207184"/>
                  <a:pt x="371850" y="191530"/>
                  <a:pt x="367575" y="176029"/>
                </a:cubicBezTo>
                <a:cubicBezTo>
                  <a:pt x="363562" y="162000"/>
                  <a:pt x="356985" y="148845"/>
                  <a:pt x="348128" y="137245"/>
                </a:cubicBezTo>
                <a:close/>
                <a:moveTo>
                  <a:pt x="311163" y="288349"/>
                </a:moveTo>
                <a:cubicBezTo>
                  <a:pt x="301867" y="288349"/>
                  <a:pt x="302064" y="303148"/>
                  <a:pt x="311777" y="303148"/>
                </a:cubicBezTo>
                <a:cubicBezTo>
                  <a:pt x="321029" y="303148"/>
                  <a:pt x="320853" y="288349"/>
                  <a:pt x="311163" y="288349"/>
                </a:cubicBezTo>
                <a:close/>
                <a:moveTo>
                  <a:pt x="475115" y="172784"/>
                </a:moveTo>
                <a:cubicBezTo>
                  <a:pt x="469348" y="169934"/>
                  <a:pt x="460294" y="171272"/>
                  <a:pt x="454242" y="171140"/>
                </a:cubicBezTo>
                <a:lnTo>
                  <a:pt x="430717" y="170680"/>
                </a:lnTo>
                <a:cubicBezTo>
                  <a:pt x="430652" y="154344"/>
                  <a:pt x="425916" y="138365"/>
                  <a:pt x="417058" y="124638"/>
                </a:cubicBezTo>
                <a:lnTo>
                  <a:pt x="428547" y="109839"/>
                </a:lnTo>
                <a:cubicBezTo>
                  <a:pt x="432318" y="105016"/>
                  <a:pt x="437448" y="99622"/>
                  <a:pt x="438369" y="93220"/>
                </a:cubicBezTo>
                <a:cubicBezTo>
                  <a:pt x="440101" y="81227"/>
                  <a:pt x="425938" y="71405"/>
                  <a:pt x="417957" y="64828"/>
                </a:cubicBezTo>
                <a:cubicBezTo>
                  <a:pt x="409187" y="57637"/>
                  <a:pt x="394805" y="44855"/>
                  <a:pt x="382878" y="44219"/>
                </a:cubicBezTo>
                <a:cubicBezTo>
                  <a:pt x="370951" y="43583"/>
                  <a:pt x="362379" y="58799"/>
                  <a:pt x="355867" y="68643"/>
                </a:cubicBezTo>
                <a:cubicBezTo>
                  <a:pt x="343874" y="58630"/>
                  <a:pt x="329777" y="51469"/>
                  <a:pt x="314627" y="47705"/>
                </a:cubicBezTo>
                <a:cubicBezTo>
                  <a:pt x="314627" y="35186"/>
                  <a:pt x="315635" y="19882"/>
                  <a:pt x="310045" y="9381"/>
                </a:cubicBezTo>
                <a:cubicBezTo>
                  <a:pt x="303095" y="-3774"/>
                  <a:pt x="285117" y="611"/>
                  <a:pt x="273080" y="1049"/>
                </a:cubicBezTo>
                <a:cubicBezTo>
                  <a:pt x="263915" y="1415"/>
                  <a:pt x="254751" y="1882"/>
                  <a:pt x="245609" y="2452"/>
                </a:cubicBezTo>
                <a:cubicBezTo>
                  <a:pt x="240500" y="2781"/>
                  <a:pt x="233901" y="2189"/>
                  <a:pt x="229822" y="5938"/>
                </a:cubicBezTo>
                <a:cubicBezTo>
                  <a:pt x="221272" y="13853"/>
                  <a:pt x="223092" y="34857"/>
                  <a:pt x="224407" y="46148"/>
                </a:cubicBezTo>
                <a:cubicBezTo>
                  <a:pt x="208359" y="49327"/>
                  <a:pt x="194239" y="57527"/>
                  <a:pt x="180558" y="66604"/>
                </a:cubicBezTo>
                <a:cubicBezTo>
                  <a:pt x="175647" y="61544"/>
                  <a:pt x="171087" y="56168"/>
                  <a:pt x="166899" y="50511"/>
                </a:cubicBezTo>
                <a:cubicBezTo>
                  <a:pt x="163523" y="46126"/>
                  <a:pt x="160322" y="43429"/>
                  <a:pt x="154534" y="43320"/>
                </a:cubicBezTo>
                <a:cubicBezTo>
                  <a:pt x="141182" y="43079"/>
                  <a:pt x="126646" y="51585"/>
                  <a:pt x="117021" y="60136"/>
                </a:cubicBezTo>
                <a:cubicBezTo>
                  <a:pt x="108843" y="67415"/>
                  <a:pt x="96697" y="81205"/>
                  <a:pt x="97903" y="93176"/>
                </a:cubicBezTo>
                <a:cubicBezTo>
                  <a:pt x="98560" y="99754"/>
                  <a:pt x="104348" y="105695"/>
                  <a:pt x="108185" y="110716"/>
                </a:cubicBezTo>
                <a:cubicBezTo>
                  <a:pt x="111759" y="115386"/>
                  <a:pt x="115486" y="119924"/>
                  <a:pt x="119301" y="124375"/>
                </a:cubicBezTo>
                <a:cubicBezTo>
                  <a:pt x="106432" y="135995"/>
                  <a:pt x="101761" y="152548"/>
                  <a:pt x="99569" y="169583"/>
                </a:cubicBezTo>
                <a:cubicBezTo>
                  <a:pt x="94329" y="169583"/>
                  <a:pt x="89111" y="169583"/>
                  <a:pt x="83871" y="170044"/>
                </a:cubicBezTo>
                <a:cubicBezTo>
                  <a:pt x="77294" y="170592"/>
                  <a:pt x="67712" y="170614"/>
                  <a:pt x="62231" y="174999"/>
                </a:cubicBezTo>
                <a:cubicBezTo>
                  <a:pt x="52212" y="183023"/>
                  <a:pt x="52080" y="203259"/>
                  <a:pt x="51861" y="214945"/>
                </a:cubicBezTo>
                <a:cubicBezTo>
                  <a:pt x="51642" y="226631"/>
                  <a:pt x="51050" y="244083"/>
                  <a:pt x="62407" y="250923"/>
                </a:cubicBezTo>
                <a:cubicBezTo>
                  <a:pt x="73040" y="257347"/>
                  <a:pt x="87883" y="257128"/>
                  <a:pt x="100819" y="256405"/>
                </a:cubicBezTo>
                <a:cubicBezTo>
                  <a:pt x="102463" y="271447"/>
                  <a:pt x="108076" y="285781"/>
                  <a:pt x="117108" y="297930"/>
                </a:cubicBezTo>
                <a:cubicBezTo>
                  <a:pt x="108054" y="305757"/>
                  <a:pt x="99569" y="317662"/>
                  <a:pt x="96456" y="328734"/>
                </a:cubicBezTo>
                <a:cubicBezTo>
                  <a:pt x="92334" y="343642"/>
                  <a:pt x="108185" y="356578"/>
                  <a:pt x="118051" y="365326"/>
                </a:cubicBezTo>
                <a:cubicBezTo>
                  <a:pt x="127917" y="374074"/>
                  <a:pt x="141686" y="385167"/>
                  <a:pt x="156244" y="382537"/>
                </a:cubicBezTo>
                <a:cubicBezTo>
                  <a:pt x="169596" y="380147"/>
                  <a:pt x="172578" y="369206"/>
                  <a:pt x="178169" y="359318"/>
                </a:cubicBezTo>
                <a:cubicBezTo>
                  <a:pt x="191433" y="369803"/>
                  <a:pt x="206649" y="377546"/>
                  <a:pt x="222938" y="382098"/>
                </a:cubicBezTo>
                <a:cubicBezTo>
                  <a:pt x="222938" y="390057"/>
                  <a:pt x="223289" y="398037"/>
                  <a:pt x="223991" y="405996"/>
                </a:cubicBezTo>
                <a:cubicBezTo>
                  <a:pt x="224495" y="411499"/>
                  <a:pt x="224670" y="417331"/>
                  <a:pt x="228376" y="421716"/>
                </a:cubicBezTo>
                <a:cubicBezTo>
                  <a:pt x="236773" y="431450"/>
                  <a:pt x="255979" y="430486"/>
                  <a:pt x="267598" y="430486"/>
                </a:cubicBezTo>
                <a:cubicBezTo>
                  <a:pt x="301560" y="431889"/>
                  <a:pt x="310768" y="414481"/>
                  <a:pt x="306164" y="382843"/>
                </a:cubicBezTo>
                <a:cubicBezTo>
                  <a:pt x="325129" y="382488"/>
                  <a:pt x="343151" y="374525"/>
                  <a:pt x="356174" y="360744"/>
                </a:cubicBezTo>
                <a:cubicBezTo>
                  <a:pt x="385026" y="392403"/>
                  <a:pt x="400483" y="391197"/>
                  <a:pt x="427078" y="358968"/>
                </a:cubicBezTo>
                <a:cubicBezTo>
                  <a:pt x="435519" y="349277"/>
                  <a:pt x="445889" y="337503"/>
                  <a:pt x="438764" y="324173"/>
                </a:cubicBezTo>
                <a:cubicBezTo>
                  <a:pt x="433414" y="314154"/>
                  <a:pt x="421465" y="307248"/>
                  <a:pt x="410262" y="302249"/>
                </a:cubicBezTo>
                <a:cubicBezTo>
                  <a:pt x="422079" y="288428"/>
                  <a:pt x="429402" y="271322"/>
                  <a:pt x="431222" y="253225"/>
                </a:cubicBezTo>
                <a:cubicBezTo>
                  <a:pt x="438413" y="253225"/>
                  <a:pt x="445604" y="253225"/>
                  <a:pt x="452817" y="253225"/>
                </a:cubicBezTo>
                <a:cubicBezTo>
                  <a:pt x="460030" y="253225"/>
                  <a:pt x="467857" y="253861"/>
                  <a:pt x="473361" y="248731"/>
                </a:cubicBezTo>
                <a:cubicBezTo>
                  <a:pt x="482635" y="240093"/>
                  <a:pt x="482372" y="220229"/>
                  <a:pt x="482854" y="208434"/>
                </a:cubicBezTo>
                <a:cubicBezTo>
                  <a:pt x="483446" y="198370"/>
                  <a:pt x="486077" y="178222"/>
                  <a:pt x="475093" y="172784"/>
                </a:cubicBezTo>
                <a:close/>
                <a:moveTo>
                  <a:pt x="468384" y="207644"/>
                </a:moveTo>
                <a:cubicBezTo>
                  <a:pt x="468208" y="213777"/>
                  <a:pt x="467573" y="219887"/>
                  <a:pt x="466520" y="225929"/>
                </a:cubicBezTo>
                <a:cubicBezTo>
                  <a:pt x="465446" y="232178"/>
                  <a:pt x="465643" y="236672"/>
                  <a:pt x="458934" y="238054"/>
                </a:cubicBezTo>
                <a:cubicBezTo>
                  <a:pt x="450164" y="239873"/>
                  <a:pt x="439553" y="239062"/>
                  <a:pt x="429862" y="238558"/>
                </a:cubicBezTo>
                <a:cubicBezTo>
                  <a:pt x="427231" y="236640"/>
                  <a:pt x="423680" y="236561"/>
                  <a:pt x="420961" y="238361"/>
                </a:cubicBezTo>
                <a:cubicBezTo>
                  <a:pt x="414932" y="239040"/>
                  <a:pt x="413594" y="246473"/>
                  <a:pt x="416949" y="250507"/>
                </a:cubicBezTo>
                <a:cubicBezTo>
                  <a:pt x="415743" y="268680"/>
                  <a:pt x="407784" y="285746"/>
                  <a:pt x="394630" y="298346"/>
                </a:cubicBezTo>
                <a:cubicBezTo>
                  <a:pt x="390705" y="300319"/>
                  <a:pt x="388447" y="305537"/>
                  <a:pt x="390551" y="309045"/>
                </a:cubicBezTo>
                <a:cubicBezTo>
                  <a:pt x="391735" y="312531"/>
                  <a:pt x="394936" y="314987"/>
                  <a:pt x="398488" y="313430"/>
                </a:cubicBezTo>
                <a:cubicBezTo>
                  <a:pt x="406513" y="316388"/>
                  <a:pt x="414011" y="320606"/>
                  <a:pt x="420698" y="325927"/>
                </a:cubicBezTo>
                <a:cubicBezTo>
                  <a:pt x="431660" y="333864"/>
                  <a:pt x="420479" y="345067"/>
                  <a:pt x="413923" y="352061"/>
                </a:cubicBezTo>
                <a:cubicBezTo>
                  <a:pt x="407981" y="358639"/>
                  <a:pt x="398203" y="371662"/>
                  <a:pt x="388140" y="367518"/>
                </a:cubicBezTo>
                <a:cubicBezTo>
                  <a:pt x="378559" y="363572"/>
                  <a:pt x="369504" y="352018"/>
                  <a:pt x="362247" y="344892"/>
                </a:cubicBezTo>
                <a:cubicBezTo>
                  <a:pt x="358717" y="342018"/>
                  <a:pt x="353587" y="342252"/>
                  <a:pt x="350320" y="345440"/>
                </a:cubicBezTo>
                <a:cubicBezTo>
                  <a:pt x="338832" y="361007"/>
                  <a:pt x="320020" y="369423"/>
                  <a:pt x="300749" y="367628"/>
                </a:cubicBezTo>
                <a:cubicBezTo>
                  <a:pt x="299674" y="367536"/>
                  <a:pt x="298600" y="367661"/>
                  <a:pt x="297592" y="368001"/>
                </a:cubicBezTo>
                <a:cubicBezTo>
                  <a:pt x="293623" y="368141"/>
                  <a:pt x="290510" y="371473"/>
                  <a:pt x="290663" y="375442"/>
                </a:cubicBezTo>
                <a:cubicBezTo>
                  <a:pt x="290663" y="375578"/>
                  <a:pt x="290663" y="375714"/>
                  <a:pt x="290685" y="375849"/>
                </a:cubicBezTo>
                <a:cubicBezTo>
                  <a:pt x="291518" y="385014"/>
                  <a:pt x="294018" y="395691"/>
                  <a:pt x="292132" y="404812"/>
                </a:cubicBezTo>
                <a:cubicBezTo>
                  <a:pt x="289502" y="417375"/>
                  <a:pt x="273935" y="415643"/>
                  <a:pt x="264047" y="415358"/>
                </a:cubicBezTo>
                <a:cubicBezTo>
                  <a:pt x="258960" y="415246"/>
                  <a:pt x="253874" y="414792"/>
                  <a:pt x="248831" y="413998"/>
                </a:cubicBezTo>
                <a:cubicBezTo>
                  <a:pt x="242648" y="412968"/>
                  <a:pt x="240390" y="412968"/>
                  <a:pt x="238987" y="406434"/>
                </a:cubicBezTo>
                <a:cubicBezTo>
                  <a:pt x="236795" y="396590"/>
                  <a:pt x="237803" y="385211"/>
                  <a:pt x="237694" y="375192"/>
                </a:cubicBezTo>
                <a:cubicBezTo>
                  <a:pt x="237694" y="375076"/>
                  <a:pt x="237694" y="374957"/>
                  <a:pt x="237694" y="374841"/>
                </a:cubicBezTo>
                <a:cubicBezTo>
                  <a:pt x="237672" y="372460"/>
                  <a:pt x="236203" y="370331"/>
                  <a:pt x="233988" y="369470"/>
                </a:cubicBezTo>
                <a:cubicBezTo>
                  <a:pt x="215243" y="365120"/>
                  <a:pt x="197835" y="356236"/>
                  <a:pt x="183321" y="343598"/>
                </a:cubicBezTo>
                <a:cubicBezTo>
                  <a:pt x="181764" y="342145"/>
                  <a:pt x="179593" y="341553"/>
                  <a:pt x="177533" y="342020"/>
                </a:cubicBezTo>
                <a:cubicBezTo>
                  <a:pt x="167820" y="339586"/>
                  <a:pt x="165540" y="360064"/>
                  <a:pt x="159335" y="364931"/>
                </a:cubicBezTo>
                <a:cubicBezTo>
                  <a:pt x="150763" y="373482"/>
                  <a:pt x="137630" y="361686"/>
                  <a:pt x="130943" y="356052"/>
                </a:cubicBezTo>
                <a:cubicBezTo>
                  <a:pt x="124256" y="350417"/>
                  <a:pt x="109632" y="339718"/>
                  <a:pt x="111649" y="329742"/>
                </a:cubicBezTo>
                <a:cubicBezTo>
                  <a:pt x="113228" y="321871"/>
                  <a:pt x="122195" y="311874"/>
                  <a:pt x="128356" y="307291"/>
                </a:cubicBezTo>
                <a:cubicBezTo>
                  <a:pt x="130110" y="306035"/>
                  <a:pt x="131250" y="304101"/>
                  <a:pt x="131491" y="301964"/>
                </a:cubicBezTo>
                <a:cubicBezTo>
                  <a:pt x="134276" y="300023"/>
                  <a:pt x="134977" y="296184"/>
                  <a:pt x="133048" y="293389"/>
                </a:cubicBezTo>
                <a:cubicBezTo>
                  <a:pt x="132916" y="293207"/>
                  <a:pt x="132784" y="293032"/>
                  <a:pt x="132631" y="292865"/>
                </a:cubicBezTo>
                <a:cubicBezTo>
                  <a:pt x="122677" y="281184"/>
                  <a:pt x="116626" y="266663"/>
                  <a:pt x="115376" y="251362"/>
                </a:cubicBezTo>
                <a:cubicBezTo>
                  <a:pt x="117174" y="246977"/>
                  <a:pt x="114938" y="240685"/>
                  <a:pt x="108558" y="241014"/>
                </a:cubicBezTo>
                <a:cubicBezTo>
                  <a:pt x="97990" y="241584"/>
                  <a:pt x="87138" y="242307"/>
                  <a:pt x="76724" y="239895"/>
                </a:cubicBezTo>
                <a:cubicBezTo>
                  <a:pt x="65016" y="237199"/>
                  <a:pt x="66506" y="223189"/>
                  <a:pt x="66748" y="213367"/>
                </a:cubicBezTo>
                <a:cubicBezTo>
                  <a:pt x="66880" y="207118"/>
                  <a:pt x="66748" y="190587"/>
                  <a:pt x="72427" y="186180"/>
                </a:cubicBezTo>
                <a:cubicBezTo>
                  <a:pt x="75298" y="183988"/>
                  <a:pt x="85120" y="184624"/>
                  <a:pt x="88716" y="184426"/>
                </a:cubicBezTo>
                <a:cubicBezTo>
                  <a:pt x="94899" y="184075"/>
                  <a:pt x="101103" y="184075"/>
                  <a:pt x="107286" y="184426"/>
                </a:cubicBezTo>
                <a:cubicBezTo>
                  <a:pt x="114850" y="184865"/>
                  <a:pt x="118621" y="174823"/>
                  <a:pt x="114170" y="171118"/>
                </a:cubicBezTo>
                <a:cubicBezTo>
                  <a:pt x="115946" y="156560"/>
                  <a:pt x="119169" y="141542"/>
                  <a:pt x="131864" y="132597"/>
                </a:cubicBezTo>
                <a:cubicBezTo>
                  <a:pt x="132872" y="131902"/>
                  <a:pt x="133706" y="130979"/>
                  <a:pt x="134276" y="129900"/>
                </a:cubicBezTo>
                <a:cubicBezTo>
                  <a:pt x="137235" y="126918"/>
                  <a:pt x="137455" y="122187"/>
                  <a:pt x="134802" y="118938"/>
                </a:cubicBezTo>
                <a:cubicBezTo>
                  <a:pt x="130833" y="114443"/>
                  <a:pt x="126996" y="109861"/>
                  <a:pt x="123291" y="105147"/>
                </a:cubicBezTo>
                <a:cubicBezTo>
                  <a:pt x="120682" y="101815"/>
                  <a:pt x="114894" y="96487"/>
                  <a:pt x="113820" y="92387"/>
                </a:cubicBezTo>
                <a:cubicBezTo>
                  <a:pt x="109983" y="79583"/>
                  <a:pt x="145018" y="51980"/>
                  <a:pt x="155476" y="60399"/>
                </a:cubicBezTo>
                <a:cubicBezTo>
                  <a:pt x="158633" y="62942"/>
                  <a:pt x="161089" y="67831"/>
                  <a:pt x="163830" y="70945"/>
                </a:cubicBezTo>
                <a:cubicBezTo>
                  <a:pt x="167206" y="74740"/>
                  <a:pt x="170780" y="78342"/>
                  <a:pt x="174551" y="81732"/>
                </a:cubicBezTo>
                <a:cubicBezTo>
                  <a:pt x="176875" y="83913"/>
                  <a:pt x="180448" y="84106"/>
                  <a:pt x="182992" y="82192"/>
                </a:cubicBezTo>
                <a:cubicBezTo>
                  <a:pt x="198339" y="71975"/>
                  <a:pt x="213533" y="61430"/>
                  <a:pt x="232344" y="59719"/>
                </a:cubicBezTo>
                <a:cubicBezTo>
                  <a:pt x="236575" y="59255"/>
                  <a:pt x="239645" y="55444"/>
                  <a:pt x="239184" y="51208"/>
                </a:cubicBezTo>
                <a:cubicBezTo>
                  <a:pt x="239118" y="50772"/>
                  <a:pt x="239053" y="50340"/>
                  <a:pt x="238921" y="49919"/>
                </a:cubicBezTo>
                <a:cubicBezTo>
                  <a:pt x="239404" y="48801"/>
                  <a:pt x="239557" y="47571"/>
                  <a:pt x="239382" y="46367"/>
                </a:cubicBezTo>
                <a:cubicBezTo>
                  <a:pt x="238286" y="37444"/>
                  <a:pt x="237189" y="26087"/>
                  <a:pt x="239996" y="17076"/>
                </a:cubicBezTo>
                <a:cubicBezTo>
                  <a:pt x="245740" y="15805"/>
                  <a:pt x="253852" y="16638"/>
                  <a:pt x="258894" y="16375"/>
                </a:cubicBezTo>
                <a:cubicBezTo>
                  <a:pt x="267358" y="15936"/>
                  <a:pt x="275820" y="15579"/>
                  <a:pt x="284261" y="15300"/>
                </a:cubicBezTo>
                <a:cubicBezTo>
                  <a:pt x="296648" y="13963"/>
                  <a:pt x="299104" y="16068"/>
                  <a:pt x="298644" y="28630"/>
                </a:cubicBezTo>
                <a:cubicBezTo>
                  <a:pt x="299148" y="37269"/>
                  <a:pt x="299587" y="45929"/>
                  <a:pt x="300047" y="54567"/>
                </a:cubicBezTo>
                <a:cubicBezTo>
                  <a:pt x="300025" y="58115"/>
                  <a:pt x="302897" y="61004"/>
                  <a:pt x="306449" y="61020"/>
                </a:cubicBezTo>
                <a:cubicBezTo>
                  <a:pt x="306558" y="61022"/>
                  <a:pt x="306668" y="61017"/>
                  <a:pt x="306778" y="61013"/>
                </a:cubicBezTo>
                <a:cubicBezTo>
                  <a:pt x="323155" y="64446"/>
                  <a:pt x="338262" y="72390"/>
                  <a:pt x="350386" y="83946"/>
                </a:cubicBezTo>
                <a:cubicBezTo>
                  <a:pt x="352403" y="85992"/>
                  <a:pt x="355560" y="86397"/>
                  <a:pt x="358037" y="84933"/>
                </a:cubicBezTo>
                <a:cubicBezTo>
                  <a:pt x="360339" y="85104"/>
                  <a:pt x="362576" y="84014"/>
                  <a:pt x="363847" y="82082"/>
                </a:cubicBezTo>
                <a:cubicBezTo>
                  <a:pt x="367662" y="77018"/>
                  <a:pt x="376257" y="60158"/>
                  <a:pt x="383207" y="59807"/>
                </a:cubicBezTo>
                <a:cubicBezTo>
                  <a:pt x="386583" y="59676"/>
                  <a:pt x="394958" y="66582"/>
                  <a:pt x="397545" y="68336"/>
                </a:cubicBezTo>
                <a:cubicBezTo>
                  <a:pt x="404693" y="73269"/>
                  <a:pt x="411424" y="78792"/>
                  <a:pt x="417650" y="84845"/>
                </a:cubicBezTo>
                <a:cubicBezTo>
                  <a:pt x="422693" y="89800"/>
                  <a:pt x="424381" y="90567"/>
                  <a:pt x="420259" y="96947"/>
                </a:cubicBezTo>
                <a:cubicBezTo>
                  <a:pt x="414647" y="105717"/>
                  <a:pt x="407324" y="113588"/>
                  <a:pt x="400988" y="121744"/>
                </a:cubicBezTo>
                <a:cubicBezTo>
                  <a:pt x="398357" y="124978"/>
                  <a:pt x="398861" y="129727"/>
                  <a:pt x="402084" y="132353"/>
                </a:cubicBezTo>
                <a:cubicBezTo>
                  <a:pt x="402917" y="133037"/>
                  <a:pt x="403904" y="133531"/>
                  <a:pt x="404956" y="133802"/>
                </a:cubicBezTo>
                <a:cubicBezTo>
                  <a:pt x="412980" y="146576"/>
                  <a:pt x="416817" y="161539"/>
                  <a:pt x="415918" y="176599"/>
                </a:cubicBezTo>
                <a:cubicBezTo>
                  <a:pt x="415458" y="179594"/>
                  <a:pt x="417497" y="182398"/>
                  <a:pt x="420501" y="182870"/>
                </a:cubicBezTo>
                <a:cubicBezTo>
                  <a:pt x="421882" y="184446"/>
                  <a:pt x="423899" y="185336"/>
                  <a:pt x="426003" y="185303"/>
                </a:cubicBezTo>
                <a:cubicBezTo>
                  <a:pt x="439772" y="185720"/>
                  <a:pt x="453475" y="185632"/>
                  <a:pt x="467243" y="186005"/>
                </a:cubicBezTo>
                <a:cubicBezTo>
                  <a:pt x="466651" y="186005"/>
                  <a:pt x="467660" y="187649"/>
                  <a:pt x="467770" y="189315"/>
                </a:cubicBezTo>
                <a:cubicBezTo>
                  <a:pt x="468121" y="195498"/>
                  <a:pt x="468537" y="201505"/>
                  <a:pt x="468362" y="207644"/>
                </a:cubicBezTo>
                <a:close/>
                <a:moveTo>
                  <a:pt x="342734" y="248753"/>
                </a:moveTo>
                <a:cubicBezTo>
                  <a:pt x="340673" y="256992"/>
                  <a:pt x="336178" y="264409"/>
                  <a:pt x="329799" y="270020"/>
                </a:cubicBezTo>
                <a:cubicBezTo>
                  <a:pt x="327058" y="273034"/>
                  <a:pt x="327234" y="277691"/>
                  <a:pt x="330215" y="280478"/>
                </a:cubicBezTo>
                <a:cubicBezTo>
                  <a:pt x="333526" y="283438"/>
                  <a:pt x="337757" y="282078"/>
                  <a:pt x="340629" y="279447"/>
                </a:cubicBezTo>
                <a:cubicBezTo>
                  <a:pt x="348851" y="271859"/>
                  <a:pt x="354595" y="261987"/>
                  <a:pt x="357138" y="251099"/>
                </a:cubicBezTo>
                <a:cubicBezTo>
                  <a:pt x="359397" y="241540"/>
                  <a:pt x="344948" y="239632"/>
                  <a:pt x="342712" y="248753"/>
                </a:cubicBezTo>
                <a:close/>
              </a:path>
            </a:pathLst>
          </a:custGeom>
          <a:solidFill>
            <a:schemeClr val="dk1"/>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h4b8811ba7eb021ef_0_0"/>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grpSp>
        <p:nvGrpSpPr>
          <p:cNvPr id="241" name="Google Shape;241;h4b8811ba7eb021ef_0_0"/>
          <p:cNvGrpSpPr/>
          <p:nvPr/>
        </p:nvGrpSpPr>
        <p:grpSpPr>
          <a:xfrm>
            <a:off x="3012458" y="473609"/>
            <a:ext cx="2509394" cy="2463112"/>
            <a:chOff x="576654" y="555403"/>
            <a:chExt cx="3865959" cy="3794658"/>
          </a:xfrm>
        </p:grpSpPr>
        <p:sp>
          <p:nvSpPr>
            <p:cNvPr id="242" name="Google Shape;242;h4b8811ba7eb021ef_0_0"/>
            <p:cNvSpPr/>
            <p:nvPr/>
          </p:nvSpPr>
          <p:spPr>
            <a:xfrm>
              <a:off x="619289" y="555403"/>
              <a:ext cx="3823324" cy="3794658"/>
            </a:xfrm>
            <a:custGeom>
              <a:rect b="b" l="l" r="r" t="t"/>
              <a:pathLst>
                <a:path extrusionOk="0" h="1798416" w="1812002">
                  <a:moveTo>
                    <a:pt x="1803580" y="754533"/>
                  </a:moveTo>
                  <a:cubicBezTo>
                    <a:pt x="1755126" y="365965"/>
                    <a:pt x="1420404" y="43389"/>
                    <a:pt x="1031243" y="5415"/>
                  </a:cubicBezTo>
                  <a:cubicBezTo>
                    <a:pt x="982060" y="-66"/>
                    <a:pt x="932504" y="-1381"/>
                    <a:pt x="883099" y="1447"/>
                  </a:cubicBezTo>
                  <a:cubicBezTo>
                    <a:pt x="873803" y="1973"/>
                    <a:pt x="873957" y="16794"/>
                    <a:pt x="883691" y="16246"/>
                  </a:cubicBezTo>
                  <a:cubicBezTo>
                    <a:pt x="1757494" y="-18263"/>
                    <a:pt x="2121442" y="1058868"/>
                    <a:pt x="1445508" y="1590605"/>
                  </a:cubicBezTo>
                  <a:cubicBezTo>
                    <a:pt x="1154174" y="1812547"/>
                    <a:pt x="730088" y="1849314"/>
                    <a:pt x="411765" y="1663262"/>
                  </a:cubicBezTo>
                  <a:cubicBezTo>
                    <a:pt x="67769" y="1470874"/>
                    <a:pt x="-50821" y="1022824"/>
                    <a:pt x="50843" y="658548"/>
                  </a:cubicBezTo>
                  <a:cubicBezTo>
                    <a:pt x="145996" y="257328"/>
                    <a:pt x="571617" y="-46393"/>
                    <a:pt x="981233" y="77876"/>
                  </a:cubicBezTo>
                  <a:cubicBezTo>
                    <a:pt x="990003" y="80529"/>
                    <a:pt x="993533" y="65949"/>
                    <a:pt x="984391" y="63186"/>
                  </a:cubicBezTo>
                  <a:cubicBezTo>
                    <a:pt x="621232" y="-46436"/>
                    <a:pt x="223477" y="180680"/>
                    <a:pt x="83292" y="523010"/>
                  </a:cubicBezTo>
                  <a:cubicBezTo>
                    <a:pt x="-163184" y="1097697"/>
                    <a:pt x="154152" y="1768368"/>
                    <a:pt x="813533" y="1796542"/>
                  </a:cubicBezTo>
                  <a:cubicBezTo>
                    <a:pt x="1393503" y="1832827"/>
                    <a:pt x="1882662" y="1337310"/>
                    <a:pt x="1803580" y="75453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3" name="Google Shape;243;h4b8811ba7eb021ef_0_0"/>
            <p:cNvSpPr/>
            <p:nvPr/>
          </p:nvSpPr>
          <p:spPr>
            <a:xfrm>
              <a:off x="576654" y="3067330"/>
              <a:ext cx="620488" cy="986037"/>
            </a:xfrm>
            <a:custGeom>
              <a:rect b="b" l="l" r="r" t="t"/>
              <a:pathLst>
                <a:path extrusionOk="0" h="467316" w="294070">
                  <a:moveTo>
                    <a:pt x="291610" y="454155"/>
                  </a:moveTo>
                  <a:cubicBezTo>
                    <a:pt x="153814" y="339512"/>
                    <a:pt x="54825" y="179550"/>
                    <a:pt x="14308" y="4834"/>
                  </a:cubicBezTo>
                  <a:cubicBezTo>
                    <a:pt x="12116" y="-4528"/>
                    <a:pt x="-1872" y="1084"/>
                    <a:pt x="211" y="10007"/>
                  </a:cubicBezTo>
                  <a:cubicBezTo>
                    <a:pt x="42374" y="188276"/>
                    <a:pt x="141091" y="348128"/>
                    <a:pt x="281612" y="465666"/>
                  </a:cubicBezTo>
                  <a:cubicBezTo>
                    <a:pt x="288760" y="471585"/>
                    <a:pt x="298757" y="460141"/>
                    <a:pt x="291610" y="4541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4" name="Google Shape;244;h4b8811ba7eb021ef_0_0"/>
            <p:cNvSpPr/>
            <p:nvPr/>
          </p:nvSpPr>
          <p:spPr>
            <a:xfrm>
              <a:off x="625052" y="3542878"/>
              <a:ext cx="246686" cy="335935"/>
            </a:xfrm>
            <a:custGeom>
              <a:rect b="b" l="l" r="r" t="t"/>
              <a:pathLst>
                <a:path extrusionOk="0" h="159211" w="116913">
                  <a:moveTo>
                    <a:pt x="114759" y="145770"/>
                  </a:moveTo>
                  <a:cubicBezTo>
                    <a:pt x="73155" y="104376"/>
                    <a:pt x="38848" y="56252"/>
                    <a:pt x="13292" y="3435"/>
                  </a:cubicBezTo>
                  <a:cubicBezTo>
                    <a:pt x="9193" y="-5027"/>
                    <a:pt x="-3195" y="3808"/>
                    <a:pt x="774" y="12030"/>
                  </a:cubicBezTo>
                  <a:cubicBezTo>
                    <a:pt x="27012" y="65964"/>
                    <a:pt x="62178" y="115053"/>
                    <a:pt x="104784" y="157258"/>
                  </a:cubicBezTo>
                  <a:cubicBezTo>
                    <a:pt x="111361" y="163814"/>
                    <a:pt x="121337" y="152303"/>
                    <a:pt x="114759" y="14577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5" name="Google Shape;245;h4b8811ba7eb021ef_0_0"/>
            <p:cNvSpPr/>
            <p:nvPr/>
          </p:nvSpPr>
          <p:spPr>
            <a:xfrm>
              <a:off x="3508732" y="703042"/>
              <a:ext cx="736985" cy="678722"/>
            </a:xfrm>
            <a:custGeom>
              <a:rect b="b" l="l" r="r" t="t"/>
              <a:pathLst>
                <a:path extrusionOk="0" h="321669" w="349282">
                  <a:moveTo>
                    <a:pt x="348469" y="309928"/>
                  </a:moveTo>
                  <a:cubicBezTo>
                    <a:pt x="278003" y="170664"/>
                    <a:pt x="156037" y="58585"/>
                    <a:pt x="11050" y="551"/>
                  </a:cubicBezTo>
                  <a:cubicBezTo>
                    <a:pt x="2543" y="-2847"/>
                    <a:pt x="-4823" y="10439"/>
                    <a:pt x="3968" y="13969"/>
                  </a:cubicBezTo>
                  <a:cubicBezTo>
                    <a:pt x="146478" y="70973"/>
                    <a:pt x="266844" y="180859"/>
                    <a:pt x="335709" y="318194"/>
                  </a:cubicBezTo>
                  <a:cubicBezTo>
                    <a:pt x="339918" y="326613"/>
                    <a:pt x="352591" y="318107"/>
                    <a:pt x="348469" y="30992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6" name="Google Shape;246;h4b8811ba7eb021ef_0_0"/>
            <p:cNvSpPr/>
            <p:nvPr/>
          </p:nvSpPr>
          <p:spPr>
            <a:xfrm>
              <a:off x="4237875" y="1405342"/>
              <a:ext cx="51220" cy="74504"/>
            </a:xfrm>
            <a:custGeom>
              <a:rect b="b" l="l" r="r" t="t"/>
              <a:pathLst>
                <a:path extrusionOk="0" h="35310" w="24275">
                  <a:moveTo>
                    <a:pt x="23295" y="23713"/>
                  </a:moveTo>
                  <a:lnTo>
                    <a:pt x="13692" y="3323"/>
                  </a:lnTo>
                  <a:cubicBezTo>
                    <a:pt x="8452" y="-4658"/>
                    <a:pt x="-3475" y="3191"/>
                    <a:pt x="975" y="11588"/>
                  </a:cubicBezTo>
                  <a:cubicBezTo>
                    <a:pt x="4176" y="18384"/>
                    <a:pt x="7371" y="25181"/>
                    <a:pt x="10556" y="31978"/>
                  </a:cubicBezTo>
                  <a:cubicBezTo>
                    <a:pt x="15906" y="39980"/>
                    <a:pt x="27745" y="32109"/>
                    <a:pt x="23295" y="2371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47" name="Google Shape;247;h4b8811ba7eb021ef_0_0"/>
          <p:cNvSpPr txBox="1"/>
          <p:nvPr>
            <p:ph idx="4294967295" type="ctrTitle"/>
          </p:nvPr>
        </p:nvSpPr>
        <p:spPr>
          <a:xfrm>
            <a:off x="1055100" y="540763"/>
            <a:ext cx="6424200" cy="7581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3400"/>
              <a:buFont typeface="Arial"/>
              <a:buNone/>
            </a:pPr>
            <a:r>
              <a:rPr b="1" i="0" lang="en" sz="4300" u="none" cap="none" strike="noStrike">
                <a:solidFill>
                  <a:srgbClr val="549E39"/>
                </a:solidFill>
                <a:latin typeface="Arial"/>
                <a:ea typeface="Arial"/>
                <a:cs typeface="Arial"/>
                <a:sym typeface="Arial"/>
              </a:rPr>
              <a:t>DMADV Roadmap</a:t>
            </a:r>
            <a:endParaRPr b="1" i="0" sz="4300" u="none" cap="none" strike="noStrike">
              <a:solidFill>
                <a:srgbClr val="549E39"/>
              </a:solidFill>
              <a:latin typeface="Arial"/>
              <a:ea typeface="Arial"/>
              <a:cs typeface="Arial"/>
              <a:sym typeface="Arial"/>
            </a:endParaRPr>
          </a:p>
        </p:txBody>
      </p:sp>
      <p:sp>
        <p:nvSpPr>
          <p:cNvPr id="248" name="Google Shape;248;h4b8811ba7eb021ef_0_0"/>
          <p:cNvSpPr/>
          <p:nvPr/>
        </p:nvSpPr>
        <p:spPr>
          <a:xfrm>
            <a:off x="2794872" y="1318855"/>
            <a:ext cx="1498500" cy="565200"/>
          </a:xfrm>
          <a:prstGeom prst="roundRect">
            <a:avLst>
              <a:gd fmla="val 16667" name="adj"/>
            </a:avLst>
          </a:prstGeom>
          <a:solidFill>
            <a:schemeClr val="lt1"/>
          </a:solidFill>
          <a:ln cap="flat" cmpd="sng" w="1587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rPr b="0" i="0" lang="en" sz="1100" u="none" cap="none" strike="noStrike">
                <a:solidFill>
                  <a:schemeClr val="dk1"/>
                </a:solidFill>
                <a:latin typeface="Arial"/>
                <a:ea typeface="Arial"/>
                <a:cs typeface="Arial"/>
                <a:sym typeface="Arial"/>
              </a:rPr>
              <a:t>1 – Define Customer Segment</a:t>
            </a:r>
            <a:endParaRPr b="0" i="0" sz="900" u="none" cap="none" strike="noStrike">
              <a:solidFill>
                <a:schemeClr val="dk1"/>
              </a:solidFill>
              <a:latin typeface="Arial"/>
              <a:ea typeface="Arial"/>
              <a:cs typeface="Arial"/>
              <a:sym typeface="Arial"/>
            </a:endParaRPr>
          </a:p>
        </p:txBody>
      </p:sp>
      <p:sp>
        <p:nvSpPr>
          <p:cNvPr id="249" name="Google Shape;249;h4b8811ba7eb021ef_0_0"/>
          <p:cNvSpPr/>
          <p:nvPr/>
        </p:nvSpPr>
        <p:spPr>
          <a:xfrm>
            <a:off x="4620904" y="1319894"/>
            <a:ext cx="1497300" cy="565200"/>
          </a:xfrm>
          <a:prstGeom prst="roundRect">
            <a:avLst>
              <a:gd fmla="val 16667" name="adj"/>
            </a:avLst>
          </a:prstGeom>
          <a:solidFill>
            <a:schemeClr val="lt1"/>
          </a:solidFill>
          <a:ln cap="flat" cmpd="sng" w="1587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9E39"/>
              </a:buClr>
              <a:buSzPts val="1600"/>
              <a:buFont typeface="Arial"/>
              <a:buNone/>
            </a:pPr>
            <a:r>
              <a:rPr b="0" i="0" lang="en" sz="1100" u="none" cap="none" strike="noStrike">
                <a:solidFill>
                  <a:schemeClr val="dk1"/>
                </a:solidFill>
                <a:latin typeface="Arial"/>
                <a:ea typeface="Arial"/>
                <a:cs typeface="Arial"/>
                <a:sym typeface="Arial"/>
              </a:rPr>
              <a:t>2 – Collect VoC</a:t>
            </a:r>
            <a:endParaRPr b="0" i="0" sz="900" u="none" cap="none" strike="noStrike">
              <a:solidFill>
                <a:schemeClr val="dk1"/>
              </a:solidFill>
              <a:latin typeface="Arial"/>
              <a:ea typeface="Arial"/>
              <a:cs typeface="Arial"/>
              <a:sym typeface="Arial"/>
            </a:endParaRPr>
          </a:p>
        </p:txBody>
      </p:sp>
      <p:sp>
        <p:nvSpPr>
          <p:cNvPr id="250" name="Google Shape;250;h4b8811ba7eb021ef_0_0"/>
          <p:cNvSpPr/>
          <p:nvPr/>
        </p:nvSpPr>
        <p:spPr>
          <a:xfrm>
            <a:off x="6445434" y="1318855"/>
            <a:ext cx="1498500" cy="566400"/>
          </a:xfrm>
          <a:prstGeom prst="roundRect">
            <a:avLst>
              <a:gd fmla="val 16667" name="adj"/>
            </a:avLst>
          </a:prstGeom>
          <a:solidFill>
            <a:schemeClr val="lt1"/>
          </a:solidFill>
          <a:ln cap="flat" cmpd="sng" w="1587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9E39"/>
              </a:buClr>
              <a:buSzPts val="1600"/>
              <a:buFont typeface="Arial"/>
              <a:buNone/>
            </a:pPr>
            <a:r>
              <a:rPr b="0" i="0" lang="en" sz="1100" u="none" cap="none" strike="noStrike">
                <a:solidFill>
                  <a:schemeClr val="dk1"/>
                </a:solidFill>
                <a:latin typeface="Arial"/>
                <a:ea typeface="Arial"/>
                <a:cs typeface="Arial"/>
                <a:sym typeface="Arial"/>
              </a:rPr>
              <a:t>3 – Classify VoC</a:t>
            </a:r>
            <a:endParaRPr b="0" i="0" sz="900" u="none" cap="none" strike="noStrike">
              <a:solidFill>
                <a:schemeClr val="dk1"/>
              </a:solidFill>
              <a:latin typeface="Arial"/>
              <a:ea typeface="Arial"/>
              <a:cs typeface="Arial"/>
              <a:sym typeface="Arial"/>
            </a:endParaRPr>
          </a:p>
        </p:txBody>
      </p:sp>
      <p:sp>
        <p:nvSpPr>
          <p:cNvPr id="251" name="Google Shape;251;h4b8811ba7eb021ef_0_0"/>
          <p:cNvSpPr/>
          <p:nvPr/>
        </p:nvSpPr>
        <p:spPr>
          <a:xfrm>
            <a:off x="2794872" y="1978858"/>
            <a:ext cx="1498500" cy="565200"/>
          </a:xfrm>
          <a:prstGeom prst="roundRect">
            <a:avLst>
              <a:gd fmla="val 16667" name="adj"/>
            </a:avLst>
          </a:prstGeom>
          <a:solidFill>
            <a:schemeClr val="lt1"/>
          </a:solidFill>
          <a:ln cap="flat" cmpd="sng" w="1587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9E39"/>
              </a:buClr>
              <a:buSzPts val="1600"/>
              <a:buFont typeface="Arial"/>
              <a:buNone/>
            </a:pPr>
            <a:r>
              <a:rPr b="0" i="0" lang="en" sz="1100" u="none" cap="none" strike="noStrike">
                <a:solidFill>
                  <a:schemeClr val="dk1"/>
                </a:solidFill>
                <a:latin typeface="Arial"/>
                <a:ea typeface="Arial"/>
                <a:cs typeface="Arial"/>
                <a:sym typeface="Arial"/>
              </a:rPr>
              <a:t>4 – Prioritize VoC</a:t>
            </a:r>
            <a:endParaRPr b="0" i="0" sz="900" u="none" cap="none" strike="noStrike">
              <a:solidFill>
                <a:schemeClr val="dk1"/>
              </a:solidFill>
              <a:latin typeface="Arial"/>
              <a:ea typeface="Arial"/>
              <a:cs typeface="Arial"/>
              <a:sym typeface="Arial"/>
            </a:endParaRPr>
          </a:p>
        </p:txBody>
      </p:sp>
      <p:sp>
        <p:nvSpPr>
          <p:cNvPr id="252" name="Google Shape;252;h4b8811ba7eb021ef_0_0"/>
          <p:cNvSpPr/>
          <p:nvPr/>
        </p:nvSpPr>
        <p:spPr>
          <a:xfrm>
            <a:off x="4620904" y="1978858"/>
            <a:ext cx="1497300" cy="566400"/>
          </a:xfrm>
          <a:prstGeom prst="roundRect">
            <a:avLst>
              <a:gd fmla="val 16667" name="adj"/>
            </a:avLst>
          </a:prstGeom>
          <a:solidFill>
            <a:schemeClr val="lt1"/>
          </a:solidFill>
          <a:ln cap="flat" cmpd="sng" w="1587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9E39"/>
              </a:buClr>
              <a:buSzPts val="1600"/>
              <a:buFont typeface="Arial"/>
              <a:buNone/>
            </a:pPr>
            <a:r>
              <a:rPr b="0" i="0" lang="en" sz="1100" u="none" cap="none" strike="noStrike">
                <a:solidFill>
                  <a:schemeClr val="dk1"/>
                </a:solidFill>
                <a:latin typeface="Arial"/>
                <a:ea typeface="Arial"/>
                <a:cs typeface="Arial"/>
                <a:sym typeface="Arial"/>
              </a:rPr>
              <a:t>5 – Translate VoC into CTQs</a:t>
            </a:r>
            <a:endParaRPr b="0" i="0" sz="900" u="none" cap="none" strike="noStrike">
              <a:solidFill>
                <a:schemeClr val="dk1"/>
              </a:solidFill>
              <a:latin typeface="Arial"/>
              <a:ea typeface="Arial"/>
              <a:cs typeface="Arial"/>
              <a:sym typeface="Arial"/>
            </a:endParaRPr>
          </a:p>
        </p:txBody>
      </p:sp>
      <p:sp>
        <p:nvSpPr>
          <p:cNvPr id="253" name="Google Shape;253;h4b8811ba7eb021ef_0_0"/>
          <p:cNvSpPr/>
          <p:nvPr/>
        </p:nvSpPr>
        <p:spPr>
          <a:xfrm>
            <a:off x="6445434" y="1979898"/>
            <a:ext cx="1498500" cy="565200"/>
          </a:xfrm>
          <a:prstGeom prst="roundRect">
            <a:avLst>
              <a:gd fmla="val 16667" name="adj"/>
            </a:avLst>
          </a:prstGeom>
          <a:solidFill>
            <a:schemeClr val="lt1"/>
          </a:solidFill>
          <a:ln cap="flat" cmpd="sng" w="1587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9E39"/>
              </a:buClr>
              <a:buSzPts val="1600"/>
              <a:buFont typeface="Arial"/>
              <a:buNone/>
            </a:pPr>
            <a:r>
              <a:rPr b="0" i="0" lang="en" sz="1100" u="none" cap="none" strike="noStrike">
                <a:solidFill>
                  <a:schemeClr val="dk1"/>
                </a:solidFill>
                <a:latin typeface="Arial"/>
                <a:ea typeface="Arial"/>
                <a:cs typeface="Arial"/>
                <a:sym typeface="Arial"/>
              </a:rPr>
              <a:t>6 – Prioritize CTQs</a:t>
            </a:r>
            <a:endParaRPr b="0" i="0" sz="900" u="none" cap="none" strike="noStrike">
              <a:solidFill>
                <a:schemeClr val="dk1"/>
              </a:solidFill>
              <a:latin typeface="Arial"/>
              <a:ea typeface="Arial"/>
              <a:cs typeface="Arial"/>
              <a:sym typeface="Arial"/>
            </a:endParaRPr>
          </a:p>
        </p:txBody>
      </p:sp>
      <p:sp>
        <p:nvSpPr>
          <p:cNvPr id="254" name="Google Shape;254;h4b8811ba7eb021ef_0_0"/>
          <p:cNvSpPr/>
          <p:nvPr/>
        </p:nvSpPr>
        <p:spPr>
          <a:xfrm>
            <a:off x="2811390" y="2638862"/>
            <a:ext cx="1498500" cy="565200"/>
          </a:xfrm>
          <a:prstGeom prst="roundRect">
            <a:avLst>
              <a:gd fmla="val 16667" name="adj"/>
            </a:avLst>
          </a:prstGeom>
          <a:solidFill>
            <a:schemeClr val="lt1"/>
          </a:solidFill>
          <a:ln cap="flat" cmpd="sng" w="1587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9E39"/>
              </a:buClr>
              <a:buSzPts val="1600"/>
              <a:buFont typeface="Arial"/>
              <a:buNone/>
            </a:pPr>
            <a:r>
              <a:rPr b="0" i="0" lang="en" sz="1100" u="none" cap="none" strike="noStrike">
                <a:solidFill>
                  <a:schemeClr val="dk1"/>
                </a:solidFill>
                <a:latin typeface="Arial"/>
                <a:ea typeface="Arial"/>
                <a:cs typeface="Arial"/>
                <a:sym typeface="Arial"/>
              </a:rPr>
              <a:t>7 – Identify Potential Concepts</a:t>
            </a:r>
            <a:endParaRPr b="0" i="0" sz="900" u="none" cap="none" strike="noStrike">
              <a:solidFill>
                <a:schemeClr val="dk1"/>
              </a:solidFill>
              <a:latin typeface="Arial"/>
              <a:ea typeface="Arial"/>
              <a:cs typeface="Arial"/>
              <a:sym typeface="Arial"/>
            </a:endParaRPr>
          </a:p>
        </p:txBody>
      </p:sp>
      <p:sp>
        <p:nvSpPr>
          <p:cNvPr id="255" name="Google Shape;255;h4b8811ba7eb021ef_0_0"/>
          <p:cNvSpPr/>
          <p:nvPr/>
        </p:nvSpPr>
        <p:spPr>
          <a:xfrm>
            <a:off x="4637422" y="2637822"/>
            <a:ext cx="1497300" cy="565200"/>
          </a:xfrm>
          <a:prstGeom prst="roundRect">
            <a:avLst>
              <a:gd fmla="val 16667" name="adj"/>
            </a:avLst>
          </a:prstGeom>
          <a:solidFill>
            <a:schemeClr val="lt1"/>
          </a:solidFill>
          <a:ln cap="flat" cmpd="sng" w="1587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9E39"/>
              </a:buClr>
              <a:buSzPts val="1600"/>
              <a:buFont typeface="Arial"/>
              <a:buNone/>
            </a:pPr>
            <a:r>
              <a:rPr b="0" i="0" lang="en" sz="1100" u="none" cap="none" strike="noStrike">
                <a:solidFill>
                  <a:schemeClr val="dk1"/>
                </a:solidFill>
                <a:latin typeface="Arial"/>
                <a:ea typeface="Arial"/>
                <a:cs typeface="Arial"/>
                <a:sym typeface="Arial"/>
              </a:rPr>
              <a:t>8 – Prioritize Potential Concepts</a:t>
            </a:r>
            <a:endParaRPr b="0" i="0" sz="900" u="none" cap="none" strike="noStrike">
              <a:solidFill>
                <a:schemeClr val="dk1"/>
              </a:solidFill>
              <a:latin typeface="Arial"/>
              <a:ea typeface="Arial"/>
              <a:cs typeface="Arial"/>
              <a:sym typeface="Arial"/>
            </a:endParaRPr>
          </a:p>
        </p:txBody>
      </p:sp>
      <p:sp>
        <p:nvSpPr>
          <p:cNvPr id="256" name="Google Shape;256;h4b8811ba7eb021ef_0_0"/>
          <p:cNvSpPr/>
          <p:nvPr/>
        </p:nvSpPr>
        <p:spPr>
          <a:xfrm>
            <a:off x="6461952" y="2634705"/>
            <a:ext cx="1498500" cy="566400"/>
          </a:xfrm>
          <a:prstGeom prst="roundRect">
            <a:avLst>
              <a:gd fmla="val 16667" name="adj"/>
            </a:avLst>
          </a:prstGeom>
          <a:solidFill>
            <a:schemeClr val="lt1"/>
          </a:solidFill>
          <a:ln cap="flat" cmpd="sng" w="1587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9E39"/>
              </a:buClr>
              <a:buSzPts val="1600"/>
              <a:buFont typeface="Arial"/>
              <a:buNone/>
            </a:pPr>
            <a:r>
              <a:rPr b="0" i="0" lang="en" sz="1100" u="none" cap="none" strike="noStrike">
                <a:solidFill>
                  <a:schemeClr val="dk1"/>
                </a:solidFill>
                <a:latin typeface="Arial"/>
                <a:ea typeface="Arial"/>
                <a:cs typeface="Arial"/>
                <a:sym typeface="Arial"/>
              </a:rPr>
              <a:t>9 – Identify Winning Concept</a:t>
            </a:r>
            <a:endParaRPr b="0" i="0" sz="900" u="none" cap="none" strike="noStrike">
              <a:solidFill>
                <a:schemeClr val="dk1"/>
              </a:solidFill>
              <a:latin typeface="Arial"/>
              <a:ea typeface="Arial"/>
              <a:cs typeface="Arial"/>
              <a:sym typeface="Arial"/>
            </a:endParaRPr>
          </a:p>
        </p:txBody>
      </p:sp>
      <p:sp>
        <p:nvSpPr>
          <p:cNvPr id="257" name="Google Shape;257;h4b8811ba7eb021ef_0_0"/>
          <p:cNvSpPr/>
          <p:nvPr/>
        </p:nvSpPr>
        <p:spPr>
          <a:xfrm>
            <a:off x="2811390" y="3310299"/>
            <a:ext cx="1498500" cy="566400"/>
          </a:xfrm>
          <a:prstGeom prst="roundRect">
            <a:avLst>
              <a:gd fmla="val 16667" name="adj"/>
            </a:avLst>
          </a:prstGeom>
          <a:solidFill>
            <a:schemeClr val="lt1"/>
          </a:solidFill>
          <a:ln cap="flat" cmpd="sng" w="1587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9E39"/>
              </a:buClr>
              <a:buSzPts val="1600"/>
              <a:buFont typeface="Arial"/>
              <a:buNone/>
            </a:pPr>
            <a:r>
              <a:rPr b="0" i="0" lang="en" sz="1100" u="none" cap="none" strike="noStrike">
                <a:solidFill>
                  <a:schemeClr val="dk1"/>
                </a:solidFill>
                <a:latin typeface="Arial"/>
                <a:ea typeface="Arial"/>
                <a:cs typeface="Arial"/>
                <a:sym typeface="Arial"/>
              </a:rPr>
              <a:t>10 – Identify Critical Factors (Xs)</a:t>
            </a:r>
            <a:endParaRPr b="0" i="0" sz="900" u="none" cap="none" strike="noStrike">
              <a:solidFill>
                <a:schemeClr val="dk1"/>
              </a:solidFill>
              <a:latin typeface="Arial"/>
              <a:ea typeface="Arial"/>
              <a:cs typeface="Arial"/>
              <a:sym typeface="Arial"/>
            </a:endParaRPr>
          </a:p>
        </p:txBody>
      </p:sp>
      <p:sp>
        <p:nvSpPr>
          <p:cNvPr id="258" name="Google Shape;258;h4b8811ba7eb021ef_0_0"/>
          <p:cNvSpPr/>
          <p:nvPr/>
        </p:nvSpPr>
        <p:spPr>
          <a:xfrm>
            <a:off x="4637422" y="3311338"/>
            <a:ext cx="1497300" cy="565200"/>
          </a:xfrm>
          <a:prstGeom prst="roundRect">
            <a:avLst>
              <a:gd fmla="val 16667" name="adj"/>
            </a:avLst>
          </a:prstGeom>
          <a:solidFill>
            <a:schemeClr val="lt1"/>
          </a:solidFill>
          <a:ln cap="flat" cmpd="sng" w="1587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9E39"/>
              </a:buClr>
              <a:buSzPts val="1600"/>
              <a:buFont typeface="Arial"/>
              <a:buNone/>
            </a:pPr>
            <a:r>
              <a:rPr b="0" i="0" lang="en" sz="1100" u="none" cap="none" strike="noStrike">
                <a:solidFill>
                  <a:schemeClr val="dk1"/>
                </a:solidFill>
                <a:latin typeface="Arial"/>
                <a:ea typeface="Arial"/>
                <a:cs typeface="Arial"/>
                <a:sym typeface="Arial"/>
              </a:rPr>
              <a:t>11 – Model Process</a:t>
            </a:r>
            <a:endParaRPr b="0" i="0" sz="900" u="none" cap="none" strike="noStrike">
              <a:solidFill>
                <a:schemeClr val="dk1"/>
              </a:solidFill>
              <a:latin typeface="Arial"/>
              <a:ea typeface="Arial"/>
              <a:cs typeface="Arial"/>
              <a:sym typeface="Arial"/>
            </a:endParaRPr>
          </a:p>
        </p:txBody>
      </p:sp>
      <p:sp>
        <p:nvSpPr>
          <p:cNvPr id="259" name="Google Shape;259;h4b8811ba7eb021ef_0_0"/>
          <p:cNvSpPr/>
          <p:nvPr/>
        </p:nvSpPr>
        <p:spPr>
          <a:xfrm>
            <a:off x="6461952" y="3311338"/>
            <a:ext cx="1498500" cy="565200"/>
          </a:xfrm>
          <a:prstGeom prst="roundRect">
            <a:avLst>
              <a:gd fmla="val 16667" name="adj"/>
            </a:avLst>
          </a:prstGeom>
          <a:solidFill>
            <a:schemeClr val="lt1"/>
          </a:solidFill>
          <a:ln cap="flat" cmpd="sng" w="1587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9E39"/>
              </a:buClr>
              <a:buSzPts val="1600"/>
              <a:buFont typeface="Arial"/>
              <a:buNone/>
            </a:pPr>
            <a:r>
              <a:rPr b="0" i="0" lang="en" sz="1100" u="none" cap="none" strike="noStrike">
                <a:solidFill>
                  <a:schemeClr val="dk1"/>
                </a:solidFill>
                <a:latin typeface="Arial"/>
                <a:ea typeface="Arial"/>
                <a:cs typeface="Arial"/>
                <a:sym typeface="Arial"/>
              </a:rPr>
              <a:t>12 – Optimize Process </a:t>
            </a:r>
            <a:endParaRPr b="0" i="0" sz="900" u="none" cap="none" strike="noStrike">
              <a:solidFill>
                <a:schemeClr val="dk1"/>
              </a:solidFill>
              <a:latin typeface="Arial"/>
              <a:ea typeface="Arial"/>
              <a:cs typeface="Arial"/>
              <a:sym typeface="Arial"/>
            </a:endParaRPr>
          </a:p>
        </p:txBody>
      </p:sp>
      <p:sp>
        <p:nvSpPr>
          <p:cNvPr id="260" name="Google Shape;260;h4b8811ba7eb021ef_0_0"/>
          <p:cNvSpPr/>
          <p:nvPr/>
        </p:nvSpPr>
        <p:spPr>
          <a:xfrm>
            <a:off x="2806885" y="3976539"/>
            <a:ext cx="1498500" cy="565200"/>
          </a:xfrm>
          <a:prstGeom prst="roundRect">
            <a:avLst>
              <a:gd fmla="val 16667" name="adj"/>
            </a:avLst>
          </a:prstGeom>
          <a:solidFill>
            <a:schemeClr val="lt1"/>
          </a:solidFill>
          <a:ln cap="flat" cmpd="sng" w="1587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9E39"/>
              </a:buClr>
              <a:buSzPts val="1600"/>
              <a:buFont typeface="Arial"/>
              <a:buNone/>
            </a:pPr>
            <a:r>
              <a:rPr b="0" i="0" lang="en" sz="1100" u="none" cap="none" strike="noStrike">
                <a:solidFill>
                  <a:schemeClr val="dk1"/>
                </a:solidFill>
                <a:latin typeface="Arial"/>
                <a:ea typeface="Arial"/>
                <a:cs typeface="Arial"/>
                <a:sym typeface="Arial"/>
              </a:rPr>
              <a:t>13 – Evaluate Risk</a:t>
            </a:r>
            <a:endParaRPr b="0" i="0" sz="900" u="none" cap="none" strike="noStrike">
              <a:solidFill>
                <a:schemeClr val="dk1"/>
              </a:solidFill>
              <a:latin typeface="Arial"/>
              <a:ea typeface="Arial"/>
              <a:cs typeface="Arial"/>
              <a:sym typeface="Arial"/>
            </a:endParaRPr>
          </a:p>
        </p:txBody>
      </p:sp>
      <p:sp>
        <p:nvSpPr>
          <p:cNvPr id="261" name="Google Shape;261;h4b8811ba7eb021ef_0_0"/>
          <p:cNvSpPr/>
          <p:nvPr/>
        </p:nvSpPr>
        <p:spPr>
          <a:xfrm>
            <a:off x="4631416" y="3975500"/>
            <a:ext cx="1498500" cy="565200"/>
          </a:xfrm>
          <a:prstGeom prst="roundRect">
            <a:avLst>
              <a:gd fmla="val 16667" name="adj"/>
            </a:avLst>
          </a:prstGeom>
          <a:solidFill>
            <a:schemeClr val="lt1"/>
          </a:solidFill>
          <a:ln cap="flat" cmpd="sng" w="1587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9E39"/>
              </a:buClr>
              <a:buSzPts val="1600"/>
              <a:buFont typeface="Arial"/>
              <a:buNone/>
            </a:pPr>
            <a:r>
              <a:rPr b="0" i="0" lang="en" sz="1100" u="none" cap="none" strike="noStrike">
                <a:solidFill>
                  <a:schemeClr val="dk1"/>
                </a:solidFill>
                <a:latin typeface="Arial"/>
                <a:ea typeface="Arial"/>
                <a:cs typeface="Arial"/>
                <a:sym typeface="Arial"/>
              </a:rPr>
              <a:t>14 – Verify Final Performance</a:t>
            </a:r>
            <a:endParaRPr b="0" i="0" sz="900" u="none" cap="none" strike="noStrike">
              <a:solidFill>
                <a:schemeClr val="dk1"/>
              </a:solidFill>
              <a:latin typeface="Arial"/>
              <a:ea typeface="Arial"/>
              <a:cs typeface="Arial"/>
              <a:sym typeface="Arial"/>
            </a:endParaRPr>
          </a:p>
        </p:txBody>
      </p:sp>
      <p:sp>
        <p:nvSpPr>
          <p:cNvPr id="262" name="Google Shape;262;h4b8811ba7eb021ef_0_0"/>
          <p:cNvSpPr/>
          <p:nvPr/>
        </p:nvSpPr>
        <p:spPr>
          <a:xfrm>
            <a:off x="6455945" y="3976539"/>
            <a:ext cx="1498500" cy="565200"/>
          </a:xfrm>
          <a:prstGeom prst="roundRect">
            <a:avLst>
              <a:gd fmla="val 16667" name="adj"/>
            </a:avLst>
          </a:prstGeom>
          <a:solidFill>
            <a:schemeClr val="lt1"/>
          </a:solidFill>
          <a:ln cap="flat" cmpd="sng" w="1587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9E39"/>
              </a:buClr>
              <a:buSzPts val="1600"/>
              <a:buFont typeface="Arial"/>
              <a:buNone/>
            </a:pPr>
            <a:r>
              <a:rPr b="0" i="0" lang="en" sz="1100" u="none" cap="none" strike="noStrike">
                <a:solidFill>
                  <a:schemeClr val="dk1"/>
                </a:solidFill>
                <a:latin typeface="Arial"/>
                <a:ea typeface="Arial"/>
                <a:cs typeface="Arial"/>
                <a:sym typeface="Arial"/>
              </a:rPr>
              <a:t>15 – Create SOP</a:t>
            </a:r>
            <a:endParaRPr b="0" i="0" sz="900" u="none" cap="none" strike="noStrike">
              <a:solidFill>
                <a:schemeClr val="dk1"/>
              </a:solidFill>
              <a:latin typeface="Arial"/>
              <a:ea typeface="Arial"/>
              <a:cs typeface="Arial"/>
              <a:sym typeface="Arial"/>
            </a:endParaRPr>
          </a:p>
        </p:txBody>
      </p:sp>
      <p:sp>
        <p:nvSpPr>
          <p:cNvPr id="263" name="Google Shape;263;h4b8811ba7eb021ef_0_0"/>
          <p:cNvSpPr/>
          <p:nvPr/>
        </p:nvSpPr>
        <p:spPr>
          <a:xfrm>
            <a:off x="1013924" y="1309500"/>
            <a:ext cx="1485600" cy="565200"/>
          </a:xfrm>
          <a:prstGeom prst="roundRect">
            <a:avLst>
              <a:gd fmla="val 16667" name="adj"/>
            </a:avLst>
          </a:prstGeom>
          <a:solidFill>
            <a:schemeClr val="lt1"/>
          </a:solidFill>
          <a:ln cap="flat" cmpd="sng" w="1587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Arial"/>
              <a:buNone/>
            </a:pPr>
            <a:r>
              <a:rPr b="1" i="0" lang="en" sz="1500" u="none" cap="none" strike="noStrike">
                <a:solidFill>
                  <a:schemeClr val="dk1"/>
                </a:solidFill>
                <a:latin typeface="Arial"/>
                <a:ea typeface="Arial"/>
                <a:cs typeface="Arial"/>
                <a:sym typeface="Arial"/>
                <a:extLst>
                  <a:ext uri="http://customooxmlschemas.google.com/">
                    <go:slidesCustomData xmlns:go="http://customooxmlschemas.google.com/" textRoundtripDataId="0"/>
                  </a:ext>
                </a:extLst>
              </a:rPr>
              <a:t>DEFINE</a:t>
            </a:r>
            <a:endParaRPr b="1" i="0" sz="1300" u="none" cap="none" strike="noStrike">
              <a:solidFill>
                <a:schemeClr val="dk1"/>
              </a:solidFill>
              <a:latin typeface="Arial"/>
              <a:ea typeface="Arial"/>
              <a:cs typeface="Arial"/>
              <a:sym typeface="Arial"/>
            </a:endParaRPr>
          </a:p>
        </p:txBody>
      </p:sp>
      <p:sp>
        <p:nvSpPr>
          <p:cNvPr id="264" name="Google Shape;264;h4b8811ba7eb021ef_0_0"/>
          <p:cNvSpPr/>
          <p:nvPr/>
        </p:nvSpPr>
        <p:spPr>
          <a:xfrm>
            <a:off x="1013924" y="1969502"/>
            <a:ext cx="1485600" cy="565200"/>
          </a:xfrm>
          <a:prstGeom prst="roundRect">
            <a:avLst>
              <a:gd fmla="val 16667" name="adj"/>
            </a:avLst>
          </a:prstGeom>
          <a:solidFill>
            <a:schemeClr val="lt1"/>
          </a:solidFill>
          <a:ln cap="flat" cmpd="sng" w="1587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9E39"/>
              </a:buClr>
              <a:buSzPts val="1600"/>
              <a:buFont typeface="Arial"/>
              <a:buNone/>
            </a:pPr>
            <a:r>
              <a:rPr b="1" i="0" lang="en" sz="1500" u="none" cap="none" strike="noStrike">
                <a:solidFill>
                  <a:schemeClr val="dk1"/>
                </a:solidFill>
                <a:latin typeface="Arial"/>
                <a:ea typeface="Arial"/>
                <a:cs typeface="Arial"/>
                <a:sym typeface="Arial"/>
              </a:rPr>
              <a:t>MEASURE</a:t>
            </a:r>
            <a:endParaRPr b="0" i="0" sz="1300" u="none" cap="none" strike="noStrike">
              <a:solidFill>
                <a:schemeClr val="dk1"/>
              </a:solidFill>
              <a:latin typeface="Arial"/>
              <a:ea typeface="Arial"/>
              <a:cs typeface="Arial"/>
              <a:sym typeface="Arial"/>
            </a:endParaRPr>
          </a:p>
        </p:txBody>
      </p:sp>
      <p:sp>
        <p:nvSpPr>
          <p:cNvPr id="265" name="Google Shape;265;h4b8811ba7eb021ef_0_0"/>
          <p:cNvSpPr/>
          <p:nvPr/>
        </p:nvSpPr>
        <p:spPr>
          <a:xfrm>
            <a:off x="1025604" y="2629503"/>
            <a:ext cx="1485600" cy="565200"/>
          </a:xfrm>
          <a:prstGeom prst="roundRect">
            <a:avLst>
              <a:gd fmla="val 16667" name="adj"/>
            </a:avLst>
          </a:prstGeom>
          <a:solidFill>
            <a:schemeClr val="lt1"/>
          </a:solidFill>
          <a:ln cap="flat" cmpd="sng" w="1587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9E39"/>
              </a:buClr>
              <a:buSzPts val="1600"/>
              <a:buFont typeface="Arial"/>
              <a:buNone/>
            </a:pPr>
            <a:r>
              <a:rPr b="1" i="0" lang="en" sz="1500" u="none" cap="none" strike="noStrike">
                <a:solidFill>
                  <a:schemeClr val="dk1"/>
                </a:solidFill>
                <a:latin typeface="Arial"/>
                <a:ea typeface="Arial"/>
                <a:cs typeface="Arial"/>
                <a:sym typeface="Arial"/>
              </a:rPr>
              <a:t>ANALYZE</a:t>
            </a:r>
            <a:endParaRPr b="0" i="0" sz="1300" u="none" cap="none" strike="noStrike">
              <a:solidFill>
                <a:schemeClr val="dk1"/>
              </a:solidFill>
              <a:latin typeface="Arial"/>
              <a:ea typeface="Arial"/>
              <a:cs typeface="Arial"/>
              <a:sym typeface="Arial"/>
            </a:endParaRPr>
          </a:p>
        </p:txBody>
      </p:sp>
      <p:sp>
        <p:nvSpPr>
          <p:cNvPr id="266" name="Google Shape;266;h4b8811ba7eb021ef_0_0"/>
          <p:cNvSpPr/>
          <p:nvPr/>
        </p:nvSpPr>
        <p:spPr>
          <a:xfrm>
            <a:off x="1025604" y="3301977"/>
            <a:ext cx="1485600" cy="565200"/>
          </a:xfrm>
          <a:prstGeom prst="roundRect">
            <a:avLst>
              <a:gd fmla="val 16667" name="adj"/>
            </a:avLst>
          </a:prstGeom>
          <a:solidFill>
            <a:schemeClr val="lt1"/>
          </a:solidFill>
          <a:ln cap="flat" cmpd="sng" w="1587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9E39"/>
              </a:buClr>
              <a:buSzPts val="1600"/>
              <a:buFont typeface="Arial"/>
              <a:buNone/>
            </a:pPr>
            <a:r>
              <a:rPr b="1" i="0" lang="en" sz="1500" u="none" cap="none" strike="noStrike">
                <a:solidFill>
                  <a:schemeClr val="dk1"/>
                </a:solidFill>
                <a:latin typeface="Arial"/>
                <a:ea typeface="Arial"/>
                <a:cs typeface="Arial"/>
                <a:sym typeface="Arial"/>
              </a:rPr>
              <a:t>DESIGN</a:t>
            </a:r>
            <a:endParaRPr b="0" i="0" sz="1300" u="none" cap="none" strike="noStrike">
              <a:solidFill>
                <a:schemeClr val="dk1"/>
              </a:solidFill>
              <a:latin typeface="Arial"/>
              <a:ea typeface="Arial"/>
              <a:cs typeface="Arial"/>
              <a:sym typeface="Arial"/>
            </a:endParaRPr>
          </a:p>
        </p:txBody>
      </p:sp>
      <p:sp>
        <p:nvSpPr>
          <p:cNvPr id="267" name="Google Shape;267;h4b8811ba7eb021ef_0_0"/>
          <p:cNvSpPr/>
          <p:nvPr/>
        </p:nvSpPr>
        <p:spPr>
          <a:xfrm>
            <a:off x="1022419" y="3967175"/>
            <a:ext cx="1484400" cy="565200"/>
          </a:xfrm>
          <a:prstGeom prst="roundRect">
            <a:avLst>
              <a:gd fmla="val 16667" name="adj"/>
            </a:avLst>
          </a:prstGeom>
          <a:solidFill>
            <a:schemeClr val="lt1"/>
          </a:solidFill>
          <a:ln cap="flat" cmpd="sng" w="1587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49E39"/>
              </a:buClr>
              <a:buSzPts val="1600"/>
              <a:buFont typeface="Arial"/>
              <a:buNone/>
            </a:pPr>
            <a:r>
              <a:rPr b="1" i="0" lang="en" sz="1500" u="none" cap="none" strike="noStrike">
                <a:solidFill>
                  <a:schemeClr val="dk1"/>
                </a:solidFill>
                <a:latin typeface="Arial"/>
                <a:ea typeface="Arial"/>
                <a:cs typeface="Arial"/>
                <a:sym typeface="Arial"/>
              </a:rPr>
              <a:t>VERIFY</a:t>
            </a:r>
            <a:endParaRPr b="0" i="0" sz="1300" u="none" cap="none" strike="noStrike">
              <a:solidFill>
                <a:schemeClr val="dk1"/>
              </a:solidFill>
              <a:latin typeface="Arial"/>
              <a:ea typeface="Arial"/>
              <a:cs typeface="Arial"/>
              <a:sym typeface="Arial"/>
            </a:endParaRPr>
          </a:p>
        </p:txBody>
      </p:sp>
      <p:cxnSp>
        <p:nvCxnSpPr>
          <p:cNvPr id="268" name="Google Shape;268;h4b8811ba7eb021ef_0_0"/>
          <p:cNvCxnSpPr>
            <a:stCxn id="249" idx="3"/>
            <a:endCxn id="250" idx="1"/>
          </p:cNvCxnSpPr>
          <p:nvPr/>
        </p:nvCxnSpPr>
        <p:spPr>
          <a:xfrm flipH="1" rot="10800000">
            <a:off x="6118204" y="1602194"/>
            <a:ext cx="327300" cy="300"/>
          </a:xfrm>
          <a:prstGeom prst="straightConnector1">
            <a:avLst/>
          </a:prstGeom>
          <a:noFill/>
          <a:ln cap="flat" cmpd="sng" w="9525">
            <a:solidFill>
              <a:srgbClr val="000000"/>
            </a:solidFill>
            <a:prstDash val="solid"/>
            <a:miter lim="8000"/>
            <a:headEnd len="sm" w="sm" type="none"/>
            <a:tailEnd len="med" w="med" type="triangle"/>
          </a:ln>
        </p:spPr>
      </p:cxnSp>
      <p:cxnSp>
        <p:nvCxnSpPr>
          <p:cNvPr id="269" name="Google Shape;269;h4b8811ba7eb021ef_0_0"/>
          <p:cNvCxnSpPr>
            <a:stCxn id="251" idx="3"/>
            <a:endCxn id="252" idx="1"/>
          </p:cNvCxnSpPr>
          <p:nvPr/>
        </p:nvCxnSpPr>
        <p:spPr>
          <a:xfrm>
            <a:off x="4293372" y="2261458"/>
            <a:ext cx="327600" cy="600"/>
          </a:xfrm>
          <a:prstGeom prst="straightConnector1">
            <a:avLst/>
          </a:prstGeom>
          <a:noFill/>
          <a:ln cap="flat" cmpd="sng" w="9525">
            <a:solidFill>
              <a:srgbClr val="000000"/>
            </a:solidFill>
            <a:prstDash val="solid"/>
            <a:miter lim="8000"/>
            <a:headEnd len="sm" w="sm" type="none"/>
            <a:tailEnd len="med" w="med" type="triangle"/>
          </a:ln>
        </p:spPr>
      </p:cxnSp>
      <p:cxnSp>
        <p:nvCxnSpPr>
          <p:cNvPr id="270" name="Google Shape;270;h4b8811ba7eb021ef_0_0"/>
          <p:cNvCxnSpPr>
            <a:stCxn id="248" idx="3"/>
            <a:endCxn id="249" idx="1"/>
          </p:cNvCxnSpPr>
          <p:nvPr/>
        </p:nvCxnSpPr>
        <p:spPr>
          <a:xfrm>
            <a:off x="4293372" y="1601455"/>
            <a:ext cx="327600" cy="900"/>
          </a:xfrm>
          <a:prstGeom prst="straightConnector1">
            <a:avLst/>
          </a:prstGeom>
          <a:noFill/>
          <a:ln cap="flat" cmpd="sng" w="9525">
            <a:solidFill>
              <a:srgbClr val="000000"/>
            </a:solidFill>
            <a:prstDash val="solid"/>
            <a:miter lim="8000"/>
            <a:headEnd len="sm" w="sm" type="none"/>
            <a:tailEnd len="med" w="med" type="triangle"/>
          </a:ln>
        </p:spPr>
      </p:cxnSp>
      <p:cxnSp>
        <p:nvCxnSpPr>
          <p:cNvPr id="271" name="Google Shape;271;h4b8811ba7eb021ef_0_0"/>
          <p:cNvCxnSpPr>
            <a:stCxn id="252" idx="3"/>
            <a:endCxn id="253" idx="1"/>
          </p:cNvCxnSpPr>
          <p:nvPr/>
        </p:nvCxnSpPr>
        <p:spPr>
          <a:xfrm>
            <a:off x="6118204" y="2262058"/>
            <a:ext cx="327300" cy="300"/>
          </a:xfrm>
          <a:prstGeom prst="straightConnector1">
            <a:avLst/>
          </a:prstGeom>
          <a:noFill/>
          <a:ln cap="flat" cmpd="sng" w="9525">
            <a:solidFill>
              <a:srgbClr val="000000"/>
            </a:solidFill>
            <a:prstDash val="solid"/>
            <a:miter lim="8000"/>
            <a:headEnd len="sm" w="sm" type="none"/>
            <a:tailEnd len="med" w="med" type="triangle"/>
          </a:ln>
        </p:spPr>
      </p:cxnSp>
      <p:cxnSp>
        <p:nvCxnSpPr>
          <p:cNvPr id="272" name="Google Shape;272;h4b8811ba7eb021ef_0_0"/>
          <p:cNvCxnSpPr>
            <a:stCxn id="254" idx="3"/>
            <a:endCxn id="255" idx="1"/>
          </p:cNvCxnSpPr>
          <p:nvPr/>
        </p:nvCxnSpPr>
        <p:spPr>
          <a:xfrm flipH="1" rot="10800000">
            <a:off x="4309890" y="2920562"/>
            <a:ext cx="327600" cy="900"/>
          </a:xfrm>
          <a:prstGeom prst="straightConnector1">
            <a:avLst/>
          </a:prstGeom>
          <a:noFill/>
          <a:ln cap="flat" cmpd="sng" w="9525">
            <a:solidFill>
              <a:srgbClr val="000000"/>
            </a:solidFill>
            <a:prstDash val="solid"/>
            <a:miter lim="8000"/>
            <a:headEnd len="sm" w="sm" type="none"/>
            <a:tailEnd len="med" w="med" type="triangle"/>
          </a:ln>
        </p:spPr>
      </p:cxnSp>
      <p:cxnSp>
        <p:nvCxnSpPr>
          <p:cNvPr id="273" name="Google Shape;273;h4b8811ba7eb021ef_0_0"/>
          <p:cNvCxnSpPr>
            <a:stCxn id="255" idx="3"/>
            <a:endCxn id="256" idx="1"/>
          </p:cNvCxnSpPr>
          <p:nvPr/>
        </p:nvCxnSpPr>
        <p:spPr>
          <a:xfrm flipH="1" rot="10800000">
            <a:off x="6134722" y="2918022"/>
            <a:ext cx="327300" cy="2400"/>
          </a:xfrm>
          <a:prstGeom prst="straightConnector1">
            <a:avLst/>
          </a:prstGeom>
          <a:noFill/>
          <a:ln cap="flat" cmpd="sng" w="9525">
            <a:solidFill>
              <a:srgbClr val="000000"/>
            </a:solidFill>
            <a:prstDash val="solid"/>
            <a:miter lim="8000"/>
            <a:headEnd len="sm" w="sm" type="none"/>
            <a:tailEnd len="med" w="med" type="triangle"/>
          </a:ln>
        </p:spPr>
      </p:cxnSp>
      <p:cxnSp>
        <p:nvCxnSpPr>
          <p:cNvPr id="274" name="Google Shape;274;h4b8811ba7eb021ef_0_0"/>
          <p:cNvCxnSpPr>
            <a:stCxn id="257" idx="3"/>
            <a:endCxn id="258" idx="1"/>
          </p:cNvCxnSpPr>
          <p:nvPr/>
        </p:nvCxnSpPr>
        <p:spPr>
          <a:xfrm>
            <a:off x="4309890" y="3593499"/>
            <a:ext cx="327600" cy="300"/>
          </a:xfrm>
          <a:prstGeom prst="straightConnector1">
            <a:avLst/>
          </a:prstGeom>
          <a:noFill/>
          <a:ln cap="flat" cmpd="sng" w="9525">
            <a:solidFill>
              <a:srgbClr val="000000"/>
            </a:solidFill>
            <a:prstDash val="solid"/>
            <a:miter lim="8000"/>
            <a:headEnd len="sm" w="sm" type="none"/>
            <a:tailEnd len="med" w="med" type="triangle"/>
          </a:ln>
        </p:spPr>
      </p:cxnSp>
      <p:cxnSp>
        <p:nvCxnSpPr>
          <p:cNvPr id="275" name="Google Shape;275;h4b8811ba7eb021ef_0_0"/>
          <p:cNvCxnSpPr>
            <a:stCxn id="258" idx="3"/>
            <a:endCxn id="259" idx="1"/>
          </p:cNvCxnSpPr>
          <p:nvPr/>
        </p:nvCxnSpPr>
        <p:spPr>
          <a:xfrm>
            <a:off x="6134722" y="3593938"/>
            <a:ext cx="327300" cy="0"/>
          </a:xfrm>
          <a:prstGeom prst="straightConnector1">
            <a:avLst/>
          </a:prstGeom>
          <a:noFill/>
          <a:ln cap="flat" cmpd="sng" w="9525">
            <a:solidFill>
              <a:srgbClr val="000000"/>
            </a:solidFill>
            <a:prstDash val="solid"/>
            <a:miter lim="8000"/>
            <a:headEnd len="sm" w="sm" type="none"/>
            <a:tailEnd len="med" w="med" type="triangle"/>
          </a:ln>
        </p:spPr>
      </p:cxnSp>
      <p:cxnSp>
        <p:nvCxnSpPr>
          <p:cNvPr id="276" name="Google Shape;276;h4b8811ba7eb021ef_0_0"/>
          <p:cNvCxnSpPr>
            <a:stCxn id="260" idx="3"/>
            <a:endCxn id="261" idx="1"/>
          </p:cNvCxnSpPr>
          <p:nvPr/>
        </p:nvCxnSpPr>
        <p:spPr>
          <a:xfrm flipH="1" rot="10800000">
            <a:off x="4305385" y="4258239"/>
            <a:ext cx="326100" cy="900"/>
          </a:xfrm>
          <a:prstGeom prst="straightConnector1">
            <a:avLst/>
          </a:prstGeom>
          <a:noFill/>
          <a:ln cap="flat" cmpd="sng" w="9525">
            <a:solidFill>
              <a:srgbClr val="000000"/>
            </a:solidFill>
            <a:prstDash val="solid"/>
            <a:miter lim="8000"/>
            <a:headEnd len="sm" w="sm" type="none"/>
            <a:tailEnd len="med" w="med" type="triangle"/>
          </a:ln>
        </p:spPr>
      </p:cxnSp>
      <p:cxnSp>
        <p:nvCxnSpPr>
          <p:cNvPr id="277" name="Google Shape;277;h4b8811ba7eb021ef_0_0"/>
          <p:cNvCxnSpPr>
            <a:stCxn id="261" idx="3"/>
            <a:endCxn id="262" idx="1"/>
          </p:cNvCxnSpPr>
          <p:nvPr/>
        </p:nvCxnSpPr>
        <p:spPr>
          <a:xfrm>
            <a:off x="6129916" y="4258100"/>
            <a:ext cx="326100" cy="900"/>
          </a:xfrm>
          <a:prstGeom prst="straightConnector1">
            <a:avLst/>
          </a:prstGeom>
          <a:noFill/>
          <a:ln cap="flat" cmpd="sng" w="9525">
            <a:solidFill>
              <a:srgbClr val="000000"/>
            </a:solidFill>
            <a:prstDash val="solid"/>
            <a:miter lim="8000"/>
            <a:headEnd len="sm" w="sm" type="none"/>
            <a:tailEnd len="med" w="med" type="triangle"/>
          </a:ln>
        </p:spPr>
      </p:cxnSp>
      <p:pic>
        <p:nvPicPr>
          <p:cNvPr descr="Logotipo&#10;&#10;Descrição gerada automaticamente com confiança média" id="278" name="Google Shape;278;h4b8811ba7eb021ef_0_0"/>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
          <p:cNvSpPr txBox="1"/>
          <p:nvPr>
            <p:ph type="title"/>
          </p:nvPr>
        </p:nvSpPr>
        <p:spPr>
          <a:xfrm>
            <a:off x="883375" y="683600"/>
            <a:ext cx="64263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a:t>Case Study</a:t>
            </a:r>
            <a:endParaRPr/>
          </a:p>
        </p:txBody>
      </p:sp>
      <p:sp>
        <p:nvSpPr>
          <p:cNvPr id="284" name="Google Shape;284;p3"/>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sp>
        <p:nvSpPr>
          <p:cNvPr id="285" name="Google Shape;285;p3"/>
          <p:cNvSpPr txBox="1"/>
          <p:nvPr>
            <p:ph idx="1" type="body"/>
          </p:nvPr>
        </p:nvSpPr>
        <p:spPr>
          <a:xfrm>
            <a:off x="815600" y="1569906"/>
            <a:ext cx="6823500" cy="2762100"/>
          </a:xfrm>
          <a:prstGeom prst="rect">
            <a:avLst/>
          </a:prstGeom>
          <a:noFill/>
          <a:ln>
            <a:noFill/>
          </a:ln>
        </p:spPr>
        <p:txBody>
          <a:bodyPr anchorCtr="0" anchor="t" bIns="0" lIns="0" spcFirstLastPara="1" rIns="0" wrap="square" tIns="0">
            <a:noAutofit/>
          </a:bodyPr>
          <a:lstStyle/>
          <a:p>
            <a:pPr indent="0" lvl="0" marL="88900" rtl="0" algn="just">
              <a:lnSpc>
                <a:spcPct val="150000"/>
              </a:lnSpc>
              <a:spcBef>
                <a:spcPts val="0"/>
              </a:spcBef>
              <a:spcAft>
                <a:spcPts val="0"/>
              </a:spcAft>
              <a:buSzPts val="2200"/>
              <a:buNone/>
            </a:pPr>
            <a:r>
              <a:rPr lang="en" sz="1700"/>
              <a:t>Alice has always dreamed of creating a signature pizza that people would genuinely love and recommend to their friends and family. She knows that an unforgettable customer experience depends not only on outstanding quality but also on delivering every pizza quickly and consistently. Instead of hoping customers will like the final result, Alice wants to create a pizza that exceeds their expectations from the very first order and keeps them coming back for more.</a:t>
            </a:r>
            <a:endParaRPr sz="2100"/>
          </a:p>
        </p:txBody>
      </p:sp>
      <p:sp>
        <p:nvSpPr>
          <p:cNvPr id="286" name="Google Shape;286;p3"/>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tipo&#10;&#10;Descrição gerada automaticamente com confiança média" id="287" name="Google Shape;287;p3"/>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6"/>
          <p:cNvSpPr txBox="1"/>
          <p:nvPr>
            <p:ph type="ctrTitle"/>
          </p:nvPr>
        </p:nvSpPr>
        <p:spPr>
          <a:xfrm>
            <a:off x="1773500" y="1980025"/>
            <a:ext cx="5597100" cy="671100"/>
          </a:xfrm>
          <a:prstGeom prst="rect">
            <a:avLst/>
          </a:prstGeom>
          <a:noFill/>
          <a:ln>
            <a:noFill/>
          </a:ln>
        </p:spPr>
        <p:txBody>
          <a:bodyPr anchorCtr="0" anchor="b" bIns="0" lIns="0" spcFirstLastPara="1" rIns="0" wrap="square" tIns="0">
            <a:noAutofit/>
          </a:bodyPr>
          <a:lstStyle/>
          <a:p>
            <a:pPr indent="0" lvl="0" marL="0" rtl="0" algn="ctr">
              <a:lnSpc>
                <a:spcPct val="90000"/>
              </a:lnSpc>
              <a:spcBef>
                <a:spcPts val="0"/>
              </a:spcBef>
              <a:spcAft>
                <a:spcPts val="0"/>
              </a:spcAft>
              <a:buSzPts val="5200"/>
              <a:buNone/>
            </a:pPr>
            <a:r>
              <a:rPr lang="en"/>
              <a:t>DEFINE</a:t>
            </a:r>
            <a:endParaRPr/>
          </a:p>
        </p:txBody>
      </p:sp>
      <p:sp>
        <p:nvSpPr>
          <p:cNvPr id="293" name="Google Shape;293;p6"/>
          <p:cNvSpPr txBox="1"/>
          <p:nvPr/>
        </p:nvSpPr>
        <p:spPr>
          <a:xfrm>
            <a:off x="686100" y="491800"/>
            <a:ext cx="1493700" cy="1488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200"/>
              <a:buFont typeface="Arial"/>
              <a:buNone/>
            </a:pPr>
            <a:r>
              <a:rPr b="1" i="0" lang="en" sz="7200" u="none" cap="none" strike="noStrike">
                <a:solidFill>
                  <a:schemeClr val="dk1"/>
                </a:solidFill>
                <a:latin typeface="Arial"/>
                <a:ea typeface="Arial"/>
                <a:cs typeface="Arial"/>
                <a:sym typeface="Arial"/>
              </a:rPr>
              <a:t>1</a:t>
            </a:r>
            <a:endParaRPr b="1" i="0" sz="7200" u="none" cap="none" strike="noStrike">
              <a:solidFill>
                <a:schemeClr val="dk1"/>
              </a:solidFill>
              <a:latin typeface="Arial"/>
              <a:ea typeface="Arial"/>
              <a:cs typeface="Arial"/>
              <a:sym typeface="Arial"/>
            </a:endParaRPr>
          </a:p>
        </p:txBody>
      </p:sp>
      <p:sp>
        <p:nvSpPr>
          <p:cNvPr id="294" name="Google Shape;294;p6"/>
          <p:cNvSpPr txBox="1"/>
          <p:nvPr>
            <p:ph idx="4294967295"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1500"/>
              <a:buNone/>
            </a:pPr>
            <a:fld id="{00000000-1234-1234-1234-123412341234}" type="slidenum">
              <a:rPr lang="en"/>
              <a:t>‹#›</a:t>
            </a:fld>
            <a:endParaRPr/>
          </a:p>
        </p:txBody>
      </p:sp>
      <p:pic>
        <p:nvPicPr>
          <p:cNvPr descr="Logotipo&#10;&#10;Descrição gerada automaticamente com confiança média" id="295" name="Google Shape;295;p6"/>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296" name="Google Shape;296;p6"/>
          <p:cNvSpPr/>
          <p:nvPr/>
        </p:nvSpPr>
        <p:spPr>
          <a:xfrm>
            <a:off x="3315850" y="3236250"/>
            <a:ext cx="457200" cy="4572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FFFFFF"/>
                </a:solidFill>
                <a:latin typeface="Arial"/>
                <a:ea typeface="Arial"/>
                <a:cs typeface="Arial"/>
                <a:sym typeface="Arial"/>
              </a:rPr>
              <a:t>D</a:t>
            </a:r>
            <a:endParaRPr b="0" i="0" sz="2000" u="none" cap="none" strike="noStrike">
              <a:solidFill>
                <a:srgbClr val="FFFFFF"/>
              </a:solidFill>
              <a:latin typeface="Arial"/>
              <a:ea typeface="Arial"/>
              <a:cs typeface="Arial"/>
              <a:sym typeface="Arial"/>
            </a:endParaRPr>
          </a:p>
        </p:txBody>
      </p:sp>
      <p:sp>
        <p:nvSpPr>
          <p:cNvPr id="297" name="Google Shape;297;p6"/>
          <p:cNvSpPr/>
          <p:nvPr/>
        </p:nvSpPr>
        <p:spPr>
          <a:xfrm>
            <a:off x="3829625" y="3236250"/>
            <a:ext cx="457200" cy="4572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M</a:t>
            </a:r>
            <a:endParaRPr b="0" i="0" sz="2000" u="none" cap="none" strike="noStrike">
              <a:solidFill>
                <a:srgbClr val="000000"/>
              </a:solidFill>
              <a:latin typeface="Arial"/>
              <a:ea typeface="Arial"/>
              <a:cs typeface="Arial"/>
              <a:sym typeface="Arial"/>
            </a:endParaRPr>
          </a:p>
        </p:txBody>
      </p:sp>
      <p:sp>
        <p:nvSpPr>
          <p:cNvPr id="298" name="Google Shape;298;p6"/>
          <p:cNvSpPr/>
          <p:nvPr/>
        </p:nvSpPr>
        <p:spPr>
          <a:xfrm>
            <a:off x="4343400" y="3236250"/>
            <a:ext cx="457200" cy="4572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A</a:t>
            </a:r>
            <a:endParaRPr b="0" i="0" sz="2000" u="none" cap="none" strike="noStrike">
              <a:solidFill>
                <a:srgbClr val="000000"/>
              </a:solidFill>
              <a:latin typeface="Arial"/>
              <a:ea typeface="Arial"/>
              <a:cs typeface="Arial"/>
              <a:sym typeface="Arial"/>
            </a:endParaRPr>
          </a:p>
        </p:txBody>
      </p:sp>
      <p:sp>
        <p:nvSpPr>
          <p:cNvPr id="299" name="Google Shape;299;p6"/>
          <p:cNvSpPr/>
          <p:nvPr/>
        </p:nvSpPr>
        <p:spPr>
          <a:xfrm>
            <a:off x="4857175" y="3236250"/>
            <a:ext cx="457200" cy="4572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D</a:t>
            </a:r>
            <a:endParaRPr b="0" i="0" sz="2000" u="none" cap="none" strike="noStrike">
              <a:solidFill>
                <a:srgbClr val="000000"/>
              </a:solidFill>
              <a:latin typeface="Arial"/>
              <a:ea typeface="Arial"/>
              <a:cs typeface="Arial"/>
              <a:sym typeface="Arial"/>
            </a:endParaRPr>
          </a:p>
        </p:txBody>
      </p:sp>
      <p:sp>
        <p:nvSpPr>
          <p:cNvPr id="300" name="Google Shape;300;p6"/>
          <p:cNvSpPr/>
          <p:nvPr/>
        </p:nvSpPr>
        <p:spPr>
          <a:xfrm>
            <a:off x="5370950" y="3236250"/>
            <a:ext cx="457200" cy="4572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V</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h71a8669f5424a25b_0_54"/>
          <p:cNvSpPr txBox="1"/>
          <p:nvPr>
            <p:ph type="ctrTitle"/>
          </p:nvPr>
        </p:nvSpPr>
        <p:spPr>
          <a:xfrm>
            <a:off x="930825" y="2619958"/>
            <a:ext cx="7042800" cy="671100"/>
          </a:xfrm>
          <a:prstGeom prst="rect">
            <a:avLst/>
          </a:prstGeom>
          <a:noFill/>
          <a:ln>
            <a:noFill/>
          </a:ln>
        </p:spPr>
        <p:txBody>
          <a:bodyPr anchorCtr="0" anchor="b" bIns="0" lIns="0" spcFirstLastPara="1" rIns="0" wrap="square" tIns="0">
            <a:noAutofit/>
          </a:bodyPr>
          <a:lstStyle/>
          <a:p>
            <a:pPr indent="0" lvl="0" marL="0" rtl="0" algn="ctr">
              <a:lnSpc>
                <a:spcPct val="90000"/>
              </a:lnSpc>
              <a:spcBef>
                <a:spcPts val="0"/>
              </a:spcBef>
              <a:spcAft>
                <a:spcPts val="0"/>
              </a:spcAft>
              <a:buSzPts val="5200"/>
              <a:buNone/>
            </a:pPr>
            <a:r>
              <a:rPr lang="en" sz="4100"/>
              <a:t>Define Customer </a:t>
            </a:r>
            <a:endParaRPr sz="4100"/>
          </a:p>
          <a:p>
            <a:pPr indent="0" lvl="0" marL="0" rtl="0" algn="ctr">
              <a:lnSpc>
                <a:spcPct val="90000"/>
              </a:lnSpc>
              <a:spcBef>
                <a:spcPts val="0"/>
              </a:spcBef>
              <a:spcAft>
                <a:spcPts val="0"/>
              </a:spcAft>
              <a:buSzPts val="5200"/>
              <a:buNone/>
            </a:pPr>
            <a:r>
              <a:rPr lang="en" sz="4100"/>
              <a:t>Segment</a:t>
            </a:r>
            <a:endParaRPr sz="4100"/>
          </a:p>
        </p:txBody>
      </p:sp>
      <p:sp>
        <p:nvSpPr>
          <p:cNvPr id="306" name="Google Shape;306;h71a8669f5424a25b_0_54"/>
          <p:cNvSpPr txBox="1"/>
          <p:nvPr>
            <p:ph idx="4294967295"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1500"/>
              <a:buNone/>
            </a:pPr>
            <a:fld id="{00000000-1234-1234-1234-123412341234}" type="slidenum">
              <a:rPr lang="en"/>
              <a:t>‹#›</a:t>
            </a:fld>
            <a:endParaRPr/>
          </a:p>
        </p:txBody>
      </p:sp>
      <p:pic>
        <p:nvPicPr>
          <p:cNvPr descr="Logotipo&#10;&#10;Descrição gerada automaticamente com confiança média" id="307" name="Google Shape;307;h71a8669f5424a25b_0_54"/>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3f3c98c0286_0_93"/>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313" name="Google Shape;313;g3f3c98c0286_0_93"/>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314" name="Google Shape;314;g3f3c98c0286_0_93"/>
          <p:cNvSpPr/>
          <p:nvPr/>
        </p:nvSpPr>
        <p:spPr>
          <a:xfrm>
            <a:off x="6415960" y="63531"/>
            <a:ext cx="298800" cy="2376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Arial"/>
                <a:ea typeface="Arial"/>
                <a:cs typeface="Arial"/>
                <a:sym typeface="Arial"/>
              </a:rPr>
              <a:t>D</a:t>
            </a:r>
            <a:endParaRPr b="1" i="0" sz="900" u="none" cap="none" strike="noStrike">
              <a:solidFill>
                <a:srgbClr val="FFFFFF"/>
              </a:solidFill>
              <a:latin typeface="Arial"/>
              <a:ea typeface="Arial"/>
              <a:cs typeface="Arial"/>
              <a:sym typeface="Arial"/>
            </a:endParaRPr>
          </a:p>
        </p:txBody>
      </p:sp>
      <p:sp>
        <p:nvSpPr>
          <p:cNvPr id="315" name="Google Shape;315;g3f3c98c0286_0_93"/>
          <p:cNvSpPr/>
          <p:nvPr/>
        </p:nvSpPr>
        <p:spPr>
          <a:xfrm>
            <a:off x="675128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M </a:t>
            </a:r>
            <a:endParaRPr b="1" i="0" sz="900" u="none" cap="none" strike="noStrike">
              <a:solidFill>
                <a:srgbClr val="000000"/>
              </a:solidFill>
              <a:latin typeface="Arial"/>
              <a:ea typeface="Arial"/>
              <a:cs typeface="Arial"/>
              <a:sym typeface="Arial"/>
            </a:endParaRPr>
          </a:p>
        </p:txBody>
      </p:sp>
      <p:sp>
        <p:nvSpPr>
          <p:cNvPr id="316" name="Google Shape;316;g3f3c98c0286_0_93"/>
          <p:cNvSpPr/>
          <p:nvPr/>
        </p:nvSpPr>
        <p:spPr>
          <a:xfrm>
            <a:off x="708660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A</a:t>
            </a:r>
            <a:endParaRPr b="1" i="0" sz="900" u="none" cap="none" strike="noStrike">
              <a:solidFill>
                <a:srgbClr val="000000"/>
              </a:solidFill>
              <a:latin typeface="Arial"/>
              <a:ea typeface="Arial"/>
              <a:cs typeface="Arial"/>
              <a:sym typeface="Arial"/>
            </a:endParaRPr>
          </a:p>
        </p:txBody>
      </p:sp>
      <p:sp>
        <p:nvSpPr>
          <p:cNvPr id="317" name="Google Shape;317;g3f3c98c0286_0_93"/>
          <p:cNvSpPr/>
          <p:nvPr/>
        </p:nvSpPr>
        <p:spPr>
          <a:xfrm>
            <a:off x="742193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318" name="Google Shape;318;g3f3c98c0286_0_93"/>
          <p:cNvSpPr/>
          <p:nvPr/>
        </p:nvSpPr>
        <p:spPr>
          <a:xfrm>
            <a:off x="775725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V</a:t>
            </a:r>
            <a:endParaRPr b="1" i="0" sz="900" u="none" cap="none" strike="noStrike">
              <a:solidFill>
                <a:srgbClr val="000000"/>
              </a:solidFill>
              <a:latin typeface="Arial"/>
              <a:ea typeface="Arial"/>
              <a:cs typeface="Arial"/>
              <a:sym typeface="Arial"/>
            </a:endParaRPr>
          </a:p>
        </p:txBody>
      </p:sp>
      <p:sp>
        <p:nvSpPr>
          <p:cNvPr id="319" name="Google Shape;319;g3f3c98c0286_0_93"/>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g3f3c98c0286_0_93"/>
          <p:cNvSpPr txBox="1"/>
          <p:nvPr>
            <p:ph type="title"/>
          </p:nvPr>
        </p:nvSpPr>
        <p:spPr>
          <a:xfrm>
            <a:off x="883375" y="683600"/>
            <a:ext cx="64263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a:t>Define Customer Segment</a:t>
            </a:r>
            <a:endParaRPr/>
          </a:p>
        </p:txBody>
      </p:sp>
      <p:sp>
        <p:nvSpPr>
          <p:cNvPr id="321" name="Google Shape;321;g3f3c98c0286_0_93"/>
          <p:cNvSpPr txBox="1"/>
          <p:nvPr/>
        </p:nvSpPr>
        <p:spPr>
          <a:xfrm>
            <a:off x="1556325" y="1646425"/>
            <a:ext cx="5865600" cy="131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00">
                <a:solidFill>
                  <a:schemeClr val="dk1"/>
                </a:solidFill>
              </a:rPr>
              <a:t>Defining Customer Segment has more to do with Voice of the Business (VoB) than Voice of the Customer (VoC)!!!</a:t>
            </a:r>
            <a:endParaRPr sz="2200">
              <a:solidFill>
                <a:schemeClr val="dk1"/>
              </a:solidFill>
            </a:endParaRPr>
          </a:p>
          <a:p>
            <a:pPr indent="0" lvl="0" marL="0" rtl="0" algn="l">
              <a:spcBef>
                <a:spcPts val="0"/>
              </a:spcBef>
              <a:spcAft>
                <a:spcPts val="0"/>
              </a:spcAft>
              <a:buNone/>
            </a:pPr>
            <a:r>
              <a:t/>
            </a:r>
            <a:endParaRPr sz="2200">
              <a:solidFill>
                <a:schemeClr val="dk1"/>
              </a:solidFill>
            </a:endParaRPr>
          </a:p>
          <a:p>
            <a:pPr indent="0" lvl="0" marL="0" rtl="0" algn="l">
              <a:spcBef>
                <a:spcPts val="0"/>
              </a:spcBef>
              <a:spcAft>
                <a:spcPts val="0"/>
              </a:spcAft>
              <a:buNone/>
            </a:pPr>
            <a:r>
              <a:rPr lang="en" sz="2200">
                <a:solidFill>
                  <a:schemeClr val="dk1"/>
                </a:solidFill>
              </a:rPr>
              <a:t>You need to </a:t>
            </a:r>
            <a:r>
              <a:rPr lang="en" sz="2200">
                <a:solidFill>
                  <a:schemeClr val="dk1"/>
                </a:solidFill>
              </a:rPr>
              <a:t>understand</a:t>
            </a:r>
            <a:r>
              <a:rPr lang="en" sz="2200">
                <a:solidFill>
                  <a:schemeClr val="dk1"/>
                </a:solidFill>
              </a:rPr>
              <a:t> what kind of game business owner wants to play!!</a:t>
            </a:r>
            <a:endParaRPr sz="22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h71a8669f5424a25b_0_15"/>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327" name="Google Shape;327;h71a8669f5424a25b_0_15"/>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328" name="Google Shape;328;h71a8669f5424a25b_0_15"/>
          <p:cNvSpPr/>
          <p:nvPr/>
        </p:nvSpPr>
        <p:spPr>
          <a:xfrm>
            <a:off x="6415960" y="63531"/>
            <a:ext cx="298800" cy="2376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Arial"/>
                <a:ea typeface="Arial"/>
                <a:cs typeface="Arial"/>
                <a:sym typeface="Arial"/>
              </a:rPr>
              <a:t>D</a:t>
            </a:r>
            <a:endParaRPr b="1" i="0" sz="900" u="none" cap="none" strike="noStrike">
              <a:solidFill>
                <a:srgbClr val="FFFFFF"/>
              </a:solidFill>
              <a:latin typeface="Arial"/>
              <a:ea typeface="Arial"/>
              <a:cs typeface="Arial"/>
              <a:sym typeface="Arial"/>
            </a:endParaRPr>
          </a:p>
        </p:txBody>
      </p:sp>
      <p:sp>
        <p:nvSpPr>
          <p:cNvPr id="329" name="Google Shape;329;h71a8669f5424a25b_0_15"/>
          <p:cNvSpPr/>
          <p:nvPr/>
        </p:nvSpPr>
        <p:spPr>
          <a:xfrm>
            <a:off x="675128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M </a:t>
            </a:r>
            <a:endParaRPr b="1" i="0" sz="900" u="none" cap="none" strike="noStrike">
              <a:solidFill>
                <a:srgbClr val="000000"/>
              </a:solidFill>
              <a:latin typeface="Arial"/>
              <a:ea typeface="Arial"/>
              <a:cs typeface="Arial"/>
              <a:sym typeface="Arial"/>
            </a:endParaRPr>
          </a:p>
        </p:txBody>
      </p:sp>
      <p:sp>
        <p:nvSpPr>
          <p:cNvPr id="330" name="Google Shape;330;h71a8669f5424a25b_0_15"/>
          <p:cNvSpPr/>
          <p:nvPr/>
        </p:nvSpPr>
        <p:spPr>
          <a:xfrm>
            <a:off x="708660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A</a:t>
            </a:r>
            <a:endParaRPr b="1" i="0" sz="900" u="none" cap="none" strike="noStrike">
              <a:solidFill>
                <a:srgbClr val="000000"/>
              </a:solidFill>
              <a:latin typeface="Arial"/>
              <a:ea typeface="Arial"/>
              <a:cs typeface="Arial"/>
              <a:sym typeface="Arial"/>
            </a:endParaRPr>
          </a:p>
        </p:txBody>
      </p:sp>
      <p:sp>
        <p:nvSpPr>
          <p:cNvPr id="331" name="Google Shape;331;h71a8669f5424a25b_0_15"/>
          <p:cNvSpPr/>
          <p:nvPr/>
        </p:nvSpPr>
        <p:spPr>
          <a:xfrm>
            <a:off x="742193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332" name="Google Shape;332;h71a8669f5424a25b_0_15"/>
          <p:cNvSpPr/>
          <p:nvPr/>
        </p:nvSpPr>
        <p:spPr>
          <a:xfrm>
            <a:off x="775725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V</a:t>
            </a:r>
            <a:endParaRPr b="1" i="0" sz="900" u="none" cap="none" strike="noStrike">
              <a:solidFill>
                <a:srgbClr val="000000"/>
              </a:solidFill>
              <a:latin typeface="Arial"/>
              <a:ea typeface="Arial"/>
              <a:cs typeface="Arial"/>
              <a:sym typeface="Arial"/>
            </a:endParaRPr>
          </a:p>
        </p:txBody>
      </p:sp>
      <p:sp>
        <p:nvSpPr>
          <p:cNvPr id="333" name="Google Shape;333;h71a8669f5424a25b_0_15"/>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h71a8669f5424a25b_0_15"/>
          <p:cNvSpPr txBox="1"/>
          <p:nvPr>
            <p:ph type="title"/>
          </p:nvPr>
        </p:nvSpPr>
        <p:spPr>
          <a:xfrm>
            <a:off x="883375" y="683600"/>
            <a:ext cx="64263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a:t>Define Customer Segment</a:t>
            </a:r>
            <a:endParaRPr/>
          </a:p>
        </p:txBody>
      </p:sp>
      <p:sp>
        <p:nvSpPr>
          <p:cNvPr id="335" name="Google Shape;335;h71a8669f5424a25b_0_15"/>
          <p:cNvSpPr txBox="1"/>
          <p:nvPr/>
        </p:nvSpPr>
        <p:spPr>
          <a:xfrm>
            <a:off x="571050" y="1376050"/>
            <a:ext cx="8001900" cy="131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00">
                <a:solidFill>
                  <a:schemeClr val="dk1"/>
                </a:solidFill>
              </a:rPr>
              <a:t>How can we listen to the VoB and understand the type of game business wants to play?</a:t>
            </a:r>
            <a:endParaRPr sz="2200">
              <a:solidFill>
                <a:schemeClr val="dk1"/>
              </a:solidFill>
            </a:endParaRPr>
          </a:p>
          <a:p>
            <a:pPr indent="0" lvl="0" marL="0" rtl="0" algn="l">
              <a:spcBef>
                <a:spcPts val="0"/>
              </a:spcBef>
              <a:spcAft>
                <a:spcPts val="0"/>
              </a:spcAft>
              <a:buNone/>
            </a:pPr>
            <a:r>
              <a:t/>
            </a:r>
            <a:endParaRPr sz="2200">
              <a:solidFill>
                <a:schemeClr val="dk1"/>
              </a:solidFill>
            </a:endParaRPr>
          </a:p>
          <a:p>
            <a:pPr indent="-368300" lvl="0" marL="457200" rtl="0" algn="l">
              <a:spcBef>
                <a:spcPts val="0"/>
              </a:spcBef>
              <a:spcAft>
                <a:spcPts val="0"/>
              </a:spcAft>
              <a:buClr>
                <a:schemeClr val="dk1"/>
              </a:buClr>
              <a:buSzPts val="2200"/>
              <a:buChar char="●"/>
            </a:pPr>
            <a:r>
              <a:rPr lang="en" sz="2200">
                <a:solidFill>
                  <a:schemeClr val="dk1"/>
                </a:solidFill>
              </a:rPr>
              <a:t>1:1 interviews with business owner to understand business strategy (spoken and unspoken VoB)!!!</a:t>
            </a:r>
            <a:endParaRPr sz="2200">
              <a:solidFill>
                <a:schemeClr val="dk1"/>
              </a:solidFill>
            </a:endParaRPr>
          </a:p>
          <a:p>
            <a:pPr indent="-368300" lvl="0" marL="457200" rtl="0" algn="l">
              <a:spcBef>
                <a:spcPts val="0"/>
              </a:spcBef>
              <a:spcAft>
                <a:spcPts val="0"/>
              </a:spcAft>
              <a:buClr>
                <a:schemeClr val="dk1"/>
              </a:buClr>
              <a:buSzPts val="2200"/>
              <a:buChar char="●"/>
            </a:pPr>
            <a:r>
              <a:rPr lang="en" sz="2200">
                <a:solidFill>
                  <a:schemeClr val="dk1"/>
                </a:solidFill>
              </a:rPr>
              <a:t>Observe and investigate current business nature! Type of current products and services!</a:t>
            </a:r>
            <a:endParaRPr sz="2200">
              <a:solidFill>
                <a:schemeClr val="dk1"/>
              </a:solidFill>
            </a:endParaRPr>
          </a:p>
          <a:p>
            <a:pPr indent="-368300" lvl="0" marL="457200" rtl="0" algn="l">
              <a:spcBef>
                <a:spcPts val="0"/>
              </a:spcBef>
              <a:spcAft>
                <a:spcPts val="0"/>
              </a:spcAft>
              <a:buClr>
                <a:schemeClr val="dk1"/>
              </a:buClr>
              <a:buSzPts val="2200"/>
              <a:buChar char="●"/>
            </a:pPr>
            <a:r>
              <a:rPr lang="en" sz="2200">
                <a:solidFill>
                  <a:schemeClr val="dk1"/>
                </a:solidFill>
              </a:rPr>
              <a:t>Talk to people that know the business (not necessarily</a:t>
            </a:r>
            <a:endParaRPr sz="2200">
              <a:solidFill>
                <a:schemeClr val="dk1"/>
              </a:solidFill>
            </a:endParaRPr>
          </a:p>
          <a:p>
            <a:pPr indent="0" lvl="0" marL="0" rtl="0" algn="l">
              <a:spcBef>
                <a:spcPts val="0"/>
              </a:spcBef>
              <a:spcAft>
                <a:spcPts val="0"/>
              </a:spcAft>
              <a:buNone/>
            </a:pPr>
            <a:r>
              <a:rPr lang="en" sz="2200">
                <a:solidFill>
                  <a:schemeClr val="dk1"/>
                </a:solidFill>
              </a:rPr>
              <a:t>	The business owner).</a:t>
            </a:r>
            <a:endParaRPr sz="22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h71a8669f5424a25b_0_28"/>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341" name="Google Shape;341;h71a8669f5424a25b_0_28"/>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342" name="Google Shape;342;h71a8669f5424a25b_0_28"/>
          <p:cNvSpPr/>
          <p:nvPr/>
        </p:nvSpPr>
        <p:spPr>
          <a:xfrm>
            <a:off x="6415960" y="63531"/>
            <a:ext cx="298800" cy="2376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Arial"/>
                <a:ea typeface="Arial"/>
                <a:cs typeface="Arial"/>
                <a:sym typeface="Arial"/>
              </a:rPr>
              <a:t>D</a:t>
            </a:r>
            <a:endParaRPr b="1" i="0" sz="900" u="none" cap="none" strike="noStrike">
              <a:solidFill>
                <a:srgbClr val="FFFFFF"/>
              </a:solidFill>
              <a:latin typeface="Arial"/>
              <a:ea typeface="Arial"/>
              <a:cs typeface="Arial"/>
              <a:sym typeface="Arial"/>
            </a:endParaRPr>
          </a:p>
        </p:txBody>
      </p:sp>
      <p:sp>
        <p:nvSpPr>
          <p:cNvPr id="343" name="Google Shape;343;h71a8669f5424a25b_0_28"/>
          <p:cNvSpPr/>
          <p:nvPr/>
        </p:nvSpPr>
        <p:spPr>
          <a:xfrm>
            <a:off x="675128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M </a:t>
            </a:r>
            <a:endParaRPr b="1" i="0" sz="900" u="none" cap="none" strike="noStrike">
              <a:solidFill>
                <a:srgbClr val="000000"/>
              </a:solidFill>
              <a:latin typeface="Arial"/>
              <a:ea typeface="Arial"/>
              <a:cs typeface="Arial"/>
              <a:sym typeface="Arial"/>
            </a:endParaRPr>
          </a:p>
        </p:txBody>
      </p:sp>
      <p:sp>
        <p:nvSpPr>
          <p:cNvPr id="344" name="Google Shape;344;h71a8669f5424a25b_0_28"/>
          <p:cNvSpPr/>
          <p:nvPr/>
        </p:nvSpPr>
        <p:spPr>
          <a:xfrm>
            <a:off x="708660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A</a:t>
            </a:r>
            <a:endParaRPr b="1" i="0" sz="900" u="none" cap="none" strike="noStrike">
              <a:solidFill>
                <a:srgbClr val="000000"/>
              </a:solidFill>
              <a:latin typeface="Arial"/>
              <a:ea typeface="Arial"/>
              <a:cs typeface="Arial"/>
              <a:sym typeface="Arial"/>
            </a:endParaRPr>
          </a:p>
        </p:txBody>
      </p:sp>
      <p:sp>
        <p:nvSpPr>
          <p:cNvPr id="345" name="Google Shape;345;h71a8669f5424a25b_0_28"/>
          <p:cNvSpPr/>
          <p:nvPr/>
        </p:nvSpPr>
        <p:spPr>
          <a:xfrm>
            <a:off x="742193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346" name="Google Shape;346;h71a8669f5424a25b_0_28"/>
          <p:cNvSpPr/>
          <p:nvPr/>
        </p:nvSpPr>
        <p:spPr>
          <a:xfrm>
            <a:off x="775725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V</a:t>
            </a:r>
            <a:endParaRPr b="1" i="0" sz="900" u="none" cap="none" strike="noStrike">
              <a:solidFill>
                <a:srgbClr val="000000"/>
              </a:solidFill>
              <a:latin typeface="Arial"/>
              <a:ea typeface="Arial"/>
              <a:cs typeface="Arial"/>
              <a:sym typeface="Arial"/>
            </a:endParaRPr>
          </a:p>
        </p:txBody>
      </p:sp>
      <p:sp>
        <p:nvSpPr>
          <p:cNvPr id="347" name="Google Shape;347;h71a8669f5424a25b_0_28"/>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h71a8669f5424a25b_0_28"/>
          <p:cNvSpPr txBox="1"/>
          <p:nvPr>
            <p:ph type="title"/>
          </p:nvPr>
        </p:nvSpPr>
        <p:spPr>
          <a:xfrm>
            <a:off x="883375" y="683600"/>
            <a:ext cx="64263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a:t>Define Customer Segment</a:t>
            </a:r>
            <a:endParaRPr/>
          </a:p>
        </p:txBody>
      </p:sp>
      <p:sp>
        <p:nvSpPr>
          <p:cNvPr id="349" name="Google Shape;349;h71a8669f5424a25b_0_28"/>
          <p:cNvSpPr txBox="1"/>
          <p:nvPr/>
        </p:nvSpPr>
        <p:spPr>
          <a:xfrm>
            <a:off x="571050" y="1376050"/>
            <a:ext cx="8001900" cy="131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00">
                <a:solidFill>
                  <a:schemeClr val="dk1"/>
                </a:solidFill>
              </a:rPr>
              <a:t>Alice </a:t>
            </a:r>
            <a:r>
              <a:rPr lang="en" sz="2200">
                <a:solidFill>
                  <a:schemeClr val="dk1"/>
                </a:solidFill>
              </a:rPr>
              <a:t>wants</a:t>
            </a:r>
            <a:r>
              <a:rPr lang="en" sz="2200">
                <a:solidFill>
                  <a:schemeClr val="dk1"/>
                </a:solidFill>
              </a:rPr>
              <a:t> to promote the most amazing “explosion of flavor” possible to people that does not like meat (vegetarian pizza) to the largest number of people possible! </a:t>
            </a:r>
            <a:endParaRPr sz="2200">
              <a:solidFill>
                <a:schemeClr val="dk1"/>
              </a:solidFill>
            </a:endParaRPr>
          </a:p>
          <a:p>
            <a:pPr indent="0" lvl="0" marL="0" rtl="0" algn="l">
              <a:spcBef>
                <a:spcPts val="0"/>
              </a:spcBef>
              <a:spcAft>
                <a:spcPts val="0"/>
              </a:spcAft>
              <a:buNone/>
            </a:pPr>
            <a:r>
              <a:rPr lang="en" sz="2200">
                <a:solidFill>
                  <a:schemeClr val="dk1"/>
                </a:solidFill>
              </a:rPr>
              <a:t>She wants to promote an amazing experience in terms of pizza to people that normally would never have the chance to pay for expensive pizzas!</a:t>
            </a:r>
            <a:endParaRPr sz="2200">
              <a:solidFill>
                <a:schemeClr val="dk1"/>
              </a:solidFill>
            </a:endParaRPr>
          </a:p>
          <a:p>
            <a:pPr indent="0" lvl="0" marL="0" rtl="0" algn="l">
              <a:spcBef>
                <a:spcPts val="0"/>
              </a:spcBef>
              <a:spcAft>
                <a:spcPts val="0"/>
              </a:spcAft>
              <a:buNone/>
            </a:pPr>
            <a:r>
              <a:rPr lang="en" sz="2200">
                <a:solidFill>
                  <a:schemeClr val="dk1"/>
                </a:solidFill>
              </a:rPr>
              <a:t>So, basically a premium pizza to people that struggle </a:t>
            </a:r>
            <a:r>
              <a:rPr lang="en" sz="2200">
                <a:solidFill>
                  <a:schemeClr val="dk1"/>
                </a:solidFill>
              </a:rPr>
              <a:t>financially</a:t>
            </a:r>
            <a:r>
              <a:rPr lang="en" sz="2200">
                <a:solidFill>
                  <a:schemeClr val="dk1"/>
                </a:solidFill>
              </a:rPr>
              <a:t>!! </a:t>
            </a:r>
            <a:endParaRPr sz="22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h71a8669f5424a25b_0_41"/>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355" name="Google Shape;355;h71a8669f5424a25b_0_41"/>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356" name="Google Shape;356;h71a8669f5424a25b_0_41"/>
          <p:cNvSpPr/>
          <p:nvPr/>
        </p:nvSpPr>
        <p:spPr>
          <a:xfrm>
            <a:off x="6415960" y="63531"/>
            <a:ext cx="298800" cy="2376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Arial"/>
                <a:ea typeface="Arial"/>
                <a:cs typeface="Arial"/>
                <a:sym typeface="Arial"/>
              </a:rPr>
              <a:t>D</a:t>
            </a:r>
            <a:endParaRPr b="1" i="0" sz="900" u="none" cap="none" strike="noStrike">
              <a:solidFill>
                <a:srgbClr val="FFFFFF"/>
              </a:solidFill>
              <a:latin typeface="Arial"/>
              <a:ea typeface="Arial"/>
              <a:cs typeface="Arial"/>
              <a:sym typeface="Arial"/>
            </a:endParaRPr>
          </a:p>
        </p:txBody>
      </p:sp>
      <p:sp>
        <p:nvSpPr>
          <p:cNvPr id="357" name="Google Shape;357;h71a8669f5424a25b_0_41"/>
          <p:cNvSpPr/>
          <p:nvPr/>
        </p:nvSpPr>
        <p:spPr>
          <a:xfrm>
            <a:off x="675128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M </a:t>
            </a:r>
            <a:endParaRPr b="1" i="0" sz="900" u="none" cap="none" strike="noStrike">
              <a:solidFill>
                <a:srgbClr val="000000"/>
              </a:solidFill>
              <a:latin typeface="Arial"/>
              <a:ea typeface="Arial"/>
              <a:cs typeface="Arial"/>
              <a:sym typeface="Arial"/>
            </a:endParaRPr>
          </a:p>
        </p:txBody>
      </p:sp>
      <p:sp>
        <p:nvSpPr>
          <p:cNvPr id="358" name="Google Shape;358;h71a8669f5424a25b_0_41"/>
          <p:cNvSpPr/>
          <p:nvPr/>
        </p:nvSpPr>
        <p:spPr>
          <a:xfrm>
            <a:off x="708660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A</a:t>
            </a:r>
            <a:endParaRPr b="1" i="0" sz="900" u="none" cap="none" strike="noStrike">
              <a:solidFill>
                <a:srgbClr val="000000"/>
              </a:solidFill>
              <a:latin typeface="Arial"/>
              <a:ea typeface="Arial"/>
              <a:cs typeface="Arial"/>
              <a:sym typeface="Arial"/>
            </a:endParaRPr>
          </a:p>
        </p:txBody>
      </p:sp>
      <p:sp>
        <p:nvSpPr>
          <p:cNvPr id="359" name="Google Shape;359;h71a8669f5424a25b_0_41"/>
          <p:cNvSpPr/>
          <p:nvPr/>
        </p:nvSpPr>
        <p:spPr>
          <a:xfrm>
            <a:off x="742193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360" name="Google Shape;360;h71a8669f5424a25b_0_41"/>
          <p:cNvSpPr/>
          <p:nvPr/>
        </p:nvSpPr>
        <p:spPr>
          <a:xfrm>
            <a:off x="775725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V</a:t>
            </a:r>
            <a:endParaRPr b="1" i="0" sz="900" u="none" cap="none" strike="noStrike">
              <a:solidFill>
                <a:srgbClr val="000000"/>
              </a:solidFill>
              <a:latin typeface="Arial"/>
              <a:ea typeface="Arial"/>
              <a:cs typeface="Arial"/>
              <a:sym typeface="Arial"/>
            </a:endParaRPr>
          </a:p>
        </p:txBody>
      </p:sp>
      <p:sp>
        <p:nvSpPr>
          <p:cNvPr id="361" name="Google Shape;361;h71a8669f5424a25b_0_41"/>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h71a8669f5424a25b_0_41"/>
          <p:cNvSpPr txBox="1"/>
          <p:nvPr>
            <p:ph type="title"/>
          </p:nvPr>
        </p:nvSpPr>
        <p:spPr>
          <a:xfrm>
            <a:off x="883375" y="683600"/>
            <a:ext cx="64263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a:t>Define Customer Segment</a:t>
            </a:r>
            <a:endParaRPr/>
          </a:p>
        </p:txBody>
      </p:sp>
      <p:sp>
        <p:nvSpPr>
          <p:cNvPr id="363" name="Google Shape;363;h71a8669f5424a25b_0_41"/>
          <p:cNvSpPr txBox="1"/>
          <p:nvPr/>
        </p:nvSpPr>
        <p:spPr>
          <a:xfrm>
            <a:off x="571050" y="1376050"/>
            <a:ext cx="8001900" cy="30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00">
                <a:solidFill>
                  <a:schemeClr val="dk1"/>
                </a:solidFill>
              </a:rPr>
              <a:t>Customer Segment Characteristics:</a:t>
            </a:r>
            <a:endParaRPr sz="2200">
              <a:solidFill>
                <a:schemeClr val="dk1"/>
              </a:solidFill>
            </a:endParaRPr>
          </a:p>
          <a:p>
            <a:pPr indent="0" lvl="0" marL="457200" rtl="0" algn="l">
              <a:spcBef>
                <a:spcPts val="0"/>
              </a:spcBef>
              <a:spcAft>
                <a:spcPts val="0"/>
              </a:spcAft>
              <a:buNone/>
            </a:pPr>
            <a:r>
              <a:t/>
            </a:r>
            <a:endParaRPr sz="2200">
              <a:solidFill>
                <a:schemeClr val="dk1"/>
              </a:solidFill>
            </a:endParaRPr>
          </a:p>
          <a:p>
            <a:pPr indent="-368300" lvl="0" marL="457200" rtl="0" algn="l">
              <a:spcBef>
                <a:spcPts val="0"/>
              </a:spcBef>
              <a:spcAft>
                <a:spcPts val="0"/>
              </a:spcAft>
              <a:buClr>
                <a:schemeClr val="dk1"/>
              </a:buClr>
              <a:buSzPts val="2200"/>
              <a:buChar char="●"/>
            </a:pPr>
            <a:r>
              <a:rPr lang="en" sz="2200">
                <a:solidFill>
                  <a:schemeClr val="dk1"/>
                </a:solidFill>
              </a:rPr>
              <a:t>Young people (18 - 25 years old)</a:t>
            </a:r>
            <a:endParaRPr sz="2200">
              <a:solidFill>
                <a:schemeClr val="dk1"/>
              </a:solidFill>
            </a:endParaRPr>
          </a:p>
          <a:p>
            <a:pPr indent="-368300" lvl="0" marL="457200" rtl="0" algn="l">
              <a:spcBef>
                <a:spcPts val="0"/>
              </a:spcBef>
              <a:spcAft>
                <a:spcPts val="0"/>
              </a:spcAft>
              <a:buClr>
                <a:schemeClr val="dk1"/>
              </a:buClr>
              <a:buSzPts val="2200"/>
              <a:buChar char="●"/>
            </a:pPr>
            <a:r>
              <a:rPr lang="en" sz="2200">
                <a:solidFill>
                  <a:schemeClr val="dk1"/>
                </a:solidFill>
              </a:rPr>
              <a:t>People that study in universities</a:t>
            </a:r>
            <a:endParaRPr sz="2200">
              <a:solidFill>
                <a:schemeClr val="dk1"/>
              </a:solidFill>
            </a:endParaRPr>
          </a:p>
          <a:p>
            <a:pPr indent="-368300" lvl="0" marL="457200" rtl="0" algn="l">
              <a:spcBef>
                <a:spcPts val="0"/>
              </a:spcBef>
              <a:spcAft>
                <a:spcPts val="0"/>
              </a:spcAft>
              <a:buClr>
                <a:schemeClr val="dk1"/>
              </a:buClr>
              <a:buSzPts val="2200"/>
              <a:buChar char="●"/>
            </a:pPr>
            <a:r>
              <a:rPr lang="en" sz="2200">
                <a:solidFill>
                  <a:schemeClr val="dk1"/>
                </a:solidFill>
              </a:rPr>
              <a:t>People in Itajubá-MG (Brazil)</a:t>
            </a:r>
            <a:endParaRPr sz="2200">
              <a:solidFill>
                <a:schemeClr val="dk1"/>
              </a:solidFill>
            </a:endParaRPr>
          </a:p>
          <a:p>
            <a:pPr indent="-368300" lvl="0" marL="457200" rtl="0" algn="l">
              <a:spcBef>
                <a:spcPts val="0"/>
              </a:spcBef>
              <a:spcAft>
                <a:spcPts val="0"/>
              </a:spcAft>
              <a:buClr>
                <a:schemeClr val="dk1"/>
              </a:buClr>
              <a:buSzPts val="2200"/>
              <a:buChar char="●"/>
            </a:pPr>
            <a:r>
              <a:rPr lang="en" sz="2200">
                <a:solidFill>
                  <a:schemeClr val="dk1"/>
                </a:solidFill>
              </a:rPr>
              <a:t>People that have </a:t>
            </a:r>
            <a:r>
              <a:rPr lang="en" sz="2200">
                <a:solidFill>
                  <a:schemeClr val="dk1"/>
                </a:solidFill>
              </a:rPr>
              <a:t>financial difficulties</a:t>
            </a:r>
            <a:endParaRPr sz="2200">
              <a:solidFill>
                <a:schemeClr val="dk1"/>
              </a:solidFill>
            </a:endParaRPr>
          </a:p>
          <a:p>
            <a:pPr indent="-368300" lvl="0" marL="457200" rtl="0" algn="l">
              <a:spcBef>
                <a:spcPts val="0"/>
              </a:spcBef>
              <a:spcAft>
                <a:spcPts val="0"/>
              </a:spcAft>
              <a:buClr>
                <a:schemeClr val="dk1"/>
              </a:buClr>
              <a:buSzPts val="2200"/>
              <a:buChar char="●"/>
            </a:pPr>
            <a:r>
              <a:rPr lang="en" sz="2200">
                <a:solidFill>
                  <a:schemeClr val="dk1"/>
                </a:solidFill>
              </a:rPr>
              <a:t>People that like pizzas without meat (bacon, peperoni, etc)</a:t>
            </a:r>
            <a:endParaRPr sz="2200">
              <a:solidFill>
                <a:schemeClr val="dk1"/>
              </a:solidFill>
            </a:endParaRPr>
          </a:p>
          <a:p>
            <a:pPr indent="0" lvl="0" marL="0" rtl="0" algn="l">
              <a:spcBef>
                <a:spcPts val="0"/>
              </a:spcBef>
              <a:spcAft>
                <a:spcPts val="0"/>
              </a:spcAft>
              <a:buNone/>
            </a:pPr>
            <a:r>
              <a:t/>
            </a:r>
            <a:endParaRPr sz="22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h71a8669f5424a25b_0_72"/>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369" name="Google Shape;369;h71a8669f5424a25b_0_72"/>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370" name="Google Shape;370;h71a8669f5424a25b_0_72"/>
          <p:cNvSpPr/>
          <p:nvPr/>
        </p:nvSpPr>
        <p:spPr>
          <a:xfrm>
            <a:off x="6415960" y="63531"/>
            <a:ext cx="298800" cy="2376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Arial"/>
                <a:ea typeface="Arial"/>
                <a:cs typeface="Arial"/>
                <a:sym typeface="Arial"/>
              </a:rPr>
              <a:t>D</a:t>
            </a:r>
            <a:endParaRPr b="1" i="0" sz="900" u="none" cap="none" strike="noStrike">
              <a:solidFill>
                <a:srgbClr val="FFFFFF"/>
              </a:solidFill>
              <a:latin typeface="Arial"/>
              <a:ea typeface="Arial"/>
              <a:cs typeface="Arial"/>
              <a:sym typeface="Arial"/>
            </a:endParaRPr>
          </a:p>
        </p:txBody>
      </p:sp>
      <p:sp>
        <p:nvSpPr>
          <p:cNvPr id="371" name="Google Shape;371;h71a8669f5424a25b_0_72"/>
          <p:cNvSpPr/>
          <p:nvPr/>
        </p:nvSpPr>
        <p:spPr>
          <a:xfrm>
            <a:off x="675128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M </a:t>
            </a:r>
            <a:endParaRPr b="1" i="0" sz="900" u="none" cap="none" strike="noStrike">
              <a:solidFill>
                <a:srgbClr val="000000"/>
              </a:solidFill>
              <a:latin typeface="Arial"/>
              <a:ea typeface="Arial"/>
              <a:cs typeface="Arial"/>
              <a:sym typeface="Arial"/>
            </a:endParaRPr>
          </a:p>
        </p:txBody>
      </p:sp>
      <p:sp>
        <p:nvSpPr>
          <p:cNvPr id="372" name="Google Shape;372;h71a8669f5424a25b_0_72"/>
          <p:cNvSpPr/>
          <p:nvPr/>
        </p:nvSpPr>
        <p:spPr>
          <a:xfrm>
            <a:off x="708660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A</a:t>
            </a:r>
            <a:endParaRPr b="1" i="0" sz="900" u="none" cap="none" strike="noStrike">
              <a:solidFill>
                <a:srgbClr val="000000"/>
              </a:solidFill>
              <a:latin typeface="Arial"/>
              <a:ea typeface="Arial"/>
              <a:cs typeface="Arial"/>
              <a:sym typeface="Arial"/>
            </a:endParaRPr>
          </a:p>
        </p:txBody>
      </p:sp>
      <p:sp>
        <p:nvSpPr>
          <p:cNvPr id="373" name="Google Shape;373;h71a8669f5424a25b_0_72"/>
          <p:cNvSpPr/>
          <p:nvPr/>
        </p:nvSpPr>
        <p:spPr>
          <a:xfrm>
            <a:off x="742193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374" name="Google Shape;374;h71a8669f5424a25b_0_72"/>
          <p:cNvSpPr/>
          <p:nvPr/>
        </p:nvSpPr>
        <p:spPr>
          <a:xfrm>
            <a:off x="775725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V</a:t>
            </a:r>
            <a:endParaRPr b="1" i="0" sz="900" u="none" cap="none" strike="noStrike">
              <a:solidFill>
                <a:srgbClr val="000000"/>
              </a:solidFill>
              <a:latin typeface="Arial"/>
              <a:ea typeface="Arial"/>
              <a:cs typeface="Arial"/>
              <a:sym typeface="Arial"/>
            </a:endParaRPr>
          </a:p>
        </p:txBody>
      </p:sp>
      <p:sp>
        <p:nvSpPr>
          <p:cNvPr id="375" name="Google Shape;375;h71a8669f5424a25b_0_72"/>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h71a8669f5424a25b_0_72"/>
          <p:cNvSpPr txBox="1"/>
          <p:nvPr>
            <p:ph type="title"/>
          </p:nvPr>
        </p:nvSpPr>
        <p:spPr>
          <a:xfrm>
            <a:off x="883375" y="683600"/>
            <a:ext cx="64263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a:t>Define Customer Segment</a:t>
            </a:r>
            <a:endParaRPr/>
          </a:p>
        </p:txBody>
      </p:sp>
      <p:pic>
        <p:nvPicPr>
          <p:cNvPr id="377" name="Google Shape;377;h71a8669f5424a25b_0_72"/>
          <p:cNvPicPr preferRelativeResize="0"/>
          <p:nvPr/>
        </p:nvPicPr>
        <p:blipFill>
          <a:blip r:embed="rId4">
            <a:alphaModFix/>
          </a:blip>
          <a:stretch>
            <a:fillRect/>
          </a:stretch>
        </p:blipFill>
        <p:spPr>
          <a:xfrm>
            <a:off x="2136675" y="1306675"/>
            <a:ext cx="4870648" cy="324709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h71a8669f5424a25b_0_66"/>
          <p:cNvSpPr txBox="1"/>
          <p:nvPr>
            <p:ph type="ctrTitle"/>
          </p:nvPr>
        </p:nvSpPr>
        <p:spPr>
          <a:xfrm>
            <a:off x="930825" y="2619958"/>
            <a:ext cx="7042800" cy="671100"/>
          </a:xfrm>
          <a:prstGeom prst="rect">
            <a:avLst/>
          </a:prstGeom>
          <a:noFill/>
          <a:ln>
            <a:noFill/>
          </a:ln>
        </p:spPr>
        <p:txBody>
          <a:bodyPr anchorCtr="0" anchor="b" bIns="0" lIns="0" spcFirstLastPara="1" rIns="0" wrap="square" tIns="0">
            <a:noAutofit/>
          </a:bodyPr>
          <a:lstStyle/>
          <a:p>
            <a:pPr indent="0" lvl="0" marL="0" rtl="0" algn="ctr">
              <a:lnSpc>
                <a:spcPct val="90000"/>
              </a:lnSpc>
              <a:spcBef>
                <a:spcPts val="0"/>
              </a:spcBef>
              <a:spcAft>
                <a:spcPts val="0"/>
              </a:spcAft>
              <a:buSzPts val="5200"/>
              <a:buNone/>
            </a:pPr>
            <a:r>
              <a:rPr lang="en" sz="4100"/>
              <a:t>Collect Voice </a:t>
            </a:r>
            <a:endParaRPr sz="4100"/>
          </a:p>
          <a:p>
            <a:pPr indent="0" lvl="0" marL="0" rtl="0" algn="ctr">
              <a:lnSpc>
                <a:spcPct val="90000"/>
              </a:lnSpc>
              <a:spcBef>
                <a:spcPts val="0"/>
              </a:spcBef>
              <a:spcAft>
                <a:spcPts val="0"/>
              </a:spcAft>
              <a:buSzPts val="5200"/>
              <a:buNone/>
            </a:pPr>
            <a:r>
              <a:rPr lang="en" sz="4100"/>
              <a:t>of the Customer</a:t>
            </a:r>
            <a:endParaRPr sz="4100"/>
          </a:p>
        </p:txBody>
      </p:sp>
      <p:sp>
        <p:nvSpPr>
          <p:cNvPr id="383" name="Google Shape;383;h71a8669f5424a25b_0_66"/>
          <p:cNvSpPr txBox="1"/>
          <p:nvPr>
            <p:ph idx="4294967295"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1500"/>
              <a:buNone/>
            </a:pPr>
            <a:fld id="{00000000-1234-1234-1234-123412341234}" type="slidenum">
              <a:rPr lang="en"/>
              <a:t>‹#›</a:t>
            </a:fld>
            <a:endParaRPr/>
          </a:p>
        </p:txBody>
      </p:sp>
      <p:pic>
        <p:nvPicPr>
          <p:cNvPr descr="Logotipo&#10;&#10;Descrição gerada automaticamente com confiança média" id="384" name="Google Shape;384;h71a8669f5424a25b_0_66"/>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g3f3cc3390e2_0_0"/>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390" name="Google Shape;390;g3f3cc3390e2_0_0"/>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391" name="Google Shape;391;g3f3cc3390e2_0_0"/>
          <p:cNvSpPr/>
          <p:nvPr/>
        </p:nvSpPr>
        <p:spPr>
          <a:xfrm>
            <a:off x="6415960" y="63531"/>
            <a:ext cx="298800" cy="2376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Arial"/>
                <a:ea typeface="Arial"/>
                <a:cs typeface="Arial"/>
                <a:sym typeface="Arial"/>
              </a:rPr>
              <a:t>D</a:t>
            </a:r>
            <a:endParaRPr b="1" i="0" sz="900" u="none" cap="none" strike="noStrike">
              <a:solidFill>
                <a:srgbClr val="FFFFFF"/>
              </a:solidFill>
              <a:latin typeface="Arial"/>
              <a:ea typeface="Arial"/>
              <a:cs typeface="Arial"/>
              <a:sym typeface="Arial"/>
            </a:endParaRPr>
          </a:p>
        </p:txBody>
      </p:sp>
      <p:sp>
        <p:nvSpPr>
          <p:cNvPr id="392" name="Google Shape;392;g3f3cc3390e2_0_0"/>
          <p:cNvSpPr/>
          <p:nvPr/>
        </p:nvSpPr>
        <p:spPr>
          <a:xfrm>
            <a:off x="675128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M </a:t>
            </a:r>
            <a:endParaRPr b="1" i="0" sz="900" u="none" cap="none" strike="noStrike">
              <a:solidFill>
                <a:srgbClr val="000000"/>
              </a:solidFill>
              <a:latin typeface="Arial"/>
              <a:ea typeface="Arial"/>
              <a:cs typeface="Arial"/>
              <a:sym typeface="Arial"/>
            </a:endParaRPr>
          </a:p>
        </p:txBody>
      </p:sp>
      <p:sp>
        <p:nvSpPr>
          <p:cNvPr id="393" name="Google Shape;393;g3f3cc3390e2_0_0"/>
          <p:cNvSpPr/>
          <p:nvPr/>
        </p:nvSpPr>
        <p:spPr>
          <a:xfrm>
            <a:off x="708660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A</a:t>
            </a:r>
            <a:endParaRPr b="1" i="0" sz="900" u="none" cap="none" strike="noStrike">
              <a:solidFill>
                <a:srgbClr val="000000"/>
              </a:solidFill>
              <a:latin typeface="Arial"/>
              <a:ea typeface="Arial"/>
              <a:cs typeface="Arial"/>
              <a:sym typeface="Arial"/>
            </a:endParaRPr>
          </a:p>
        </p:txBody>
      </p:sp>
      <p:sp>
        <p:nvSpPr>
          <p:cNvPr id="394" name="Google Shape;394;g3f3cc3390e2_0_0"/>
          <p:cNvSpPr/>
          <p:nvPr/>
        </p:nvSpPr>
        <p:spPr>
          <a:xfrm>
            <a:off x="742193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395" name="Google Shape;395;g3f3cc3390e2_0_0"/>
          <p:cNvSpPr/>
          <p:nvPr/>
        </p:nvSpPr>
        <p:spPr>
          <a:xfrm>
            <a:off x="775725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V</a:t>
            </a:r>
            <a:endParaRPr b="1" i="0" sz="900" u="none" cap="none" strike="noStrike">
              <a:solidFill>
                <a:srgbClr val="000000"/>
              </a:solidFill>
              <a:latin typeface="Arial"/>
              <a:ea typeface="Arial"/>
              <a:cs typeface="Arial"/>
              <a:sym typeface="Arial"/>
            </a:endParaRPr>
          </a:p>
        </p:txBody>
      </p:sp>
      <p:sp>
        <p:nvSpPr>
          <p:cNvPr id="396" name="Google Shape;396;g3f3cc3390e2_0_0"/>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g3f3cc3390e2_0_0"/>
          <p:cNvSpPr txBox="1"/>
          <p:nvPr>
            <p:ph type="title"/>
          </p:nvPr>
        </p:nvSpPr>
        <p:spPr>
          <a:xfrm>
            <a:off x="883375" y="683600"/>
            <a:ext cx="64263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a:t>Collect VoC</a:t>
            </a:r>
            <a:endParaRPr/>
          </a:p>
        </p:txBody>
      </p:sp>
      <p:sp>
        <p:nvSpPr>
          <p:cNvPr id="398" name="Google Shape;398;g3f3cc3390e2_0_0"/>
          <p:cNvSpPr txBox="1"/>
          <p:nvPr/>
        </p:nvSpPr>
        <p:spPr>
          <a:xfrm>
            <a:off x="557800" y="1389763"/>
            <a:ext cx="7987200" cy="131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00">
                <a:solidFill>
                  <a:schemeClr val="dk1"/>
                </a:solidFill>
              </a:rPr>
              <a:t>We need to talk about sampling!! Our sample must be:</a:t>
            </a:r>
            <a:endParaRPr sz="2200">
              <a:solidFill>
                <a:schemeClr val="dk1"/>
              </a:solidFill>
            </a:endParaRPr>
          </a:p>
          <a:p>
            <a:pPr indent="0" lvl="0" marL="0" rtl="0" algn="l">
              <a:spcBef>
                <a:spcPts val="0"/>
              </a:spcBef>
              <a:spcAft>
                <a:spcPts val="0"/>
              </a:spcAft>
              <a:buNone/>
            </a:pPr>
            <a:r>
              <a:t/>
            </a:r>
            <a:endParaRPr sz="2200">
              <a:solidFill>
                <a:schemeClr val="dk1"/>
              </a:solidFill>
            </a:endParaRPr>
          </a:p>
          <a:p>
            <a:pPr indent="0" lvl="0" marL="0" rtl="0" algn="l">
              <a:spcBef>
                <a:spcPts val="0"/>
              </a:spcBef>
              <a:spcAft>
                <a:spcPts val="0"/>
              </a:spcAft>
              <a:buNone/>
            </a:pPr>
            <a:r>
              <a:rPr b="1" lang="en" sz="2200">
                <a:solidFill>
                  <a:schemeClr val="dk1"/>
                </a:solidFill>
              </a:rPr>
              <a:t>1 - Sufficient:</a:t>
            </a:r>
            <a:r>
              <a:rPr lang="en" sz="2200">
                <a:solidFill>
                  <a:schemeClr val="dk1"/>
                </a:solidFill>
              </a:rPr>
              <a:t> as a simple reference consider as a starting reference </a:t>
            </a:r>
            <a:r>
              <a:rPr b="1" lang="en" sz="2200">
                <a:solidFill>
                  <a:schemeClr val="dk1"/>
                </a:solidFill>
              </a:rPr>
              <a:t>100 data points</a:t>
            </a:r>
            <a:r>
              <a:rPr lang="en" sz="2200">
                <a:solidFill>
                  <a:schemeClr val="dk1"/>
                </a:solidFill>
              </a:rPr>
              <a:t>! Minimum 30 data points!</a:t>
            </a:r>
            <a:endParaRPr sz="2200">
              <a:solidFill>
                <a:schemeClr val="dk1"/>
              </a:solidFill>
            </a:endParaRPr>
          </a:p>
          <a:p>
            <a:pPr indent="0" lvl="0" marL="0" rtl="0" algn="l">
              <a:spcBef>
                <a:spcPts val="0"/>
              </a:spcBef>
              <a:spcAft>
                <a:spcPts val="0"/>
              </a:spcAft>
              <a:buNone/>
            </a:pPr>
            <a:r>
              <a:t/>
            </a:r>
            <a:endParaRPr sz="2200">
              <a:solidFill>
                <a:schemeClr val="dk1"/>
              </a:solidFill>
            </a:endParaRPr>
          </a:p>
          <a:p>
            <a:pPr indent="0" lvl="0" marL="0" rtl="0" algn="l">
              <a:spcBef>
                <a:spcPts val="0"/>
              </a:spcBef>
              <a:spcAft>
                <a:spcPts val="0"/>
              </a:spcAft>
              <a:buNone/>
            </a:pPr>
            <a:r>
              <a:rPr b="1" lang="en" sz="2200">
                <a:solidFill>
                  <a:schemeClr val="dk1"/>
                </a:solidFill>
              </a:rPr>
              <a:t>2</a:t>
            </a:r>
            <a:r>
              <a:rPr b="1" lang="en" sz="2200">
                <a:solidFill>
                  <a:schemeClr val="dk1"/>
                </a:solidFill>
              </a:rPr>
              <a:t> - Contextual:</a:t>
            </a:r>
            <a:r>
              <a:rPr lang="en" sz="2200">
                <a:solidFill>
                  <a:schemeClr val="dk1"/>
                </a:solidFill>
              </a:rPr>
              <a:t> pay attention to the context when you are collecting your VoC! It must be connected to the research objectives!!</a:t>
            </a:r>
            <a:endParaRPr sz="2200">
              <a:solidFill>
                <a:schemeClr val="dk1"/>
              </a:solidFill>
            </a:endParaRPr>
          </a:p>
          <a:p>
            <a:pPr indent="0" lvl="0" marL="0" rtl="0" algn="l">
              <a:spcBef>
                <a:spcPts val="0"/>
              </a:spcBef>
              <a:spcAft>
                <a:spcPts val="0"/>
              </a:spcAft>
              <a:buNone/>
            </a:pPr>
            <a:r>
              <a:rPr lang="en" sz="2200">
                <a:solidFill>
                  <a:schemeClr val="dk1"/>
                </a:solidFill>
              </a:rPr>
              <a:t> </a:t>
            </a:r>
            <a:endParaRPr sz="22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h71a8669f5424a25b_0_88"/>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404" name="Google Shape;404;h71a8669f5424a25b_0_88"/>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405" name="Google Shape;405;h71a8669f5424a25b_0_88"/>
          <p:cNvSpPr/>
          <p:nvPr/>
        </p:nvSpPr>
        <p:spPr>
          <a:xfrm>
            <a:off x="6415960" y="63531"/>
            <a:ext cx="298800" cy="2376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Arial"/>
                <a:ea typeface="Arial"/>
                <a:cs typeface="Arial"/>
                <a:sym typeface="Arial"/>
              </a:rPr>
              <a:t>D</a:t>
            </a:r>
            <a:endParaRPr b="1" i="0" sz="900" u="none" cap="none" strike="noStrike">
              <a:solidFill>
                <a:srgbClr val="FFFFFF"/>
              </a:solidFill>
              <a:latin typeface="Arial"/>
              <a:ea typeface="Arial"/>
              <a:cs typeface="Arial"/>
              <a:sym typeface="Arial"/>
            </a:endParaRPr>
          </a:p>
        </p:txBody>
      </p:sp>
      <p:sp>
        <p:nvSpPr>
          <p:cNvPr id="406" name="Google Shape;406;h71a8669f5424a25b_0_88"/>
          <p:cNvSpPr/>
          <p:nvPr/>
        </p:nvSpPr>
        <p:spPr>
          <a:xfrm>
            <a:off x="675128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M </a:t>
            </a:r>
            <a:endParaRPr b="1" i="0" sz="900" u="none" cap="none" strike="noStrike">
              <a:solidFill>
                <a:srgbClr val="000000"/>
              </a:solidFill>
              <a:latin typeface="Arial"/>
              <a:ea typeface="Arial"/>
              <a:cs typeface="Arial"/>
              <a:sym typeface="Arial"/>
            </a:endParaRPr>
          </a:p>
        </p:txBody>
      </p:sp>
      <p:sp>
        <p:nvSpPr>
          <p:cNvPr id="407" name="Google Shape;407;h71a8669f5424a25b_0_88"/>
          <p:cNvSpPr/>
          <p:nvPr/>
        </p:nvSpPr>
        <p:spPr>
          <a:xfrm>
            <a:off x="708660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A</a:t>
            </a:r>
            <a:endParaRPr b="1" i="0" sz="900" u="none" cap="none" strike="noStrike">
              <a:solidFill>
                <a:srgbClr val="000000"/>
              </a:solidFill>
              <a:latin typeface="Arial"/>
              <a:ea typeface="Arial"/>
              <a:cs typeface="Arial"/>
              <a:sym typeface="Arial"/>
            </a:endParaRPr>
          </a:p>
        </p:txBody>
      </p:sp>
      <p:sp>
        <p:nvSpPr>
          <p:cNvPr id="408" name="Google Shape;408;h71a8669f5424a25b_0_88"/>
          <p:cNvSpPr/>
          <p:nvPr/>
        </p:nvSpPr>
        <p:spPr>
          <a:xfrm>
            <a:off x="742193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409" name="Google Shape;409;h71a8669f5424a25b_0_88"/>
          <p:cNvSpPr/>
          <p:nvPr/>
        </p:nvSpPr>
        <p:spPr>
          <a:xfrm>
            <a:off x="775725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V</a:t>
            </a:r>
            <a:endParaRPr b="1" i="0" sz="900" u="none" cap="none" strike="noStrike">
              <a:solidFill>
                <a:srgbClr val="000000"/>
              </a:solidFill>
              <a:latin typeface="Arial"/>
              <a:ea typeface="Arial"/>
              <a:cs typeface="Arial"/>
              <a:sym typeface="Arial"/>
            </a:endParaRPr>
          </a:p>
        </p:txBody>
      </p:sp>
      <p:sp>
        <p:nvSpPr>
          <p:cNvPr id="410" name="Google Shape;410;h71a8669f5424a25b_0_88"/>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h71a8669f5424a25b_0_88"/>
          <p:cNvSpPr txBox="1"/>
          <p:nvPr>
            <p:ph type="title"/>
          </p:nvPr>
        </p:nvSpPr>
        <p:spPr>
          <a:xfrm>
            <a:off x="883375" y="683600"/>
            <a:ext cx="64263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a:t>Collect VoC</a:t>
            </a:r>
            <a:endParaRPr/>
          </a:p>
        </p:txBody>
      </p:sp>
      <p:sp>
        <p:nvSpPr>
          <p:cNvPr id="412" name="Google Shape;412;h71a8669f5424a25b_0_88"/>
          <p:cNvSpPr txBox="1"/>
          <p:nvPr/>
        </p:nvSpPr>
        <p:spPr>
          <a:xfrm>
            <a:off x="547525" y="1160475"/>
            <a:ext cx="7354200" cy="131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00">
                <a:solidFill>
                  <a:schemeClr val="dk1"/>
                </a:solidFill>
              </a:rPr>
              <a:t>We need to talk about sampling!! Our sample must be:</a:t>
            </a:r>
            <a:endParaRPr sz="2200">
              <a:solidFill>
                <a:schemeClr val="dk1"/>
              </a:solidFill>
            </a:endParaRPr>
          </a:p>
          <a:p>
            <a:pPr indent="0" lvl="0" marL="0" rtl="0" algn="l">
              <a:spcBef>
                <a:spcPts val="0"/>
              </a:spcBef>
              <a:spcAft>
                <a:spcPts val="0"/>
              </a:spcAft>
              <a:buNone/>
            </a:pPr>
            <a:r>
              <a:t/>
            </a:r>
            <a:endParaRPr sz="2200">
              <a:solidFill>
                <a:schemeClr val="dk1"/>
              </a:solidFill>
            </a:endParaRPr>
          </a:p>
          <a:p>
            <a:pPr indent="0" lvl="0" marL="0" rtl="0" algn="l">
              <a:spcBef>
                <a:spcPts val="0"/>
              </a:spcBef>
              <a:spcAft>
                <a:spcPts val="0"/>
              </a:spcAft>
              <a:buNone/>
            </a:pPr>
            <a:r>
              <a:rPr b="1" lang="en" sz="2200">
                <a:solidFill>
                  <a:schemeClr val="dk1"/>
                </a:solidFill>
              </a:rPr>
              <a:t>3</a:t>
            </a:r>
            <a:r>
              <a:rPr b="1" lang="en" sz="2200">
                <a:solidFill>
                  <a:schemeClr val="dk1"/>
                </a:solidFill>
              </a:rPr>
              <a:t> - Reliable:</a:t>
            </a:r>
            <a:r>
              <a:rPr lang="en" sz="2200">
                <a:solidFill>
                  <a:schemeClr val="dk1"/>
                </a:solidFill>
              </a:rPr>
              <a:t> Data should be collected using reliable measurement systems! </a:t>
            </a:r>
            <a:endParaRPr sz="2200">
              <a:solidFill>
                <a:schemeClr val="dk1"/>
              </a:solidFill>
            </a:endParaRPr>
          </a:p>
          <a:p>
            <a:pPr indent="0" lvl="0" marL="0" rtl="0" algn="l">
              <a:spcBef>
                <a:spcPts val="0"/>
              </a:spcBef>
              <a:spcAft>
                <a:spcPts val="0"/>
              </a:spcAft>
              <a:buNone/>
            </a:pPr>
            <a:r>
              <a:t/>
            </a:r>
            <a:endParaRPr sz="2200">
              <a:solidFill>
                <a:schemeClr val="dk1"/>
              </a:solidFill>
            </a:endParaRPr>
          </a:p>
          <a:p>
            <a:pPr indent="0" lvl="0" marL="0" rtl="0" algn="l">
              <a:spcBef>
                <a:spcPts val="0"/>
              </a:spcBef>
              <a:spcAft>
                <a:spcPts val="0"/>
              </a:spcAft>
              <a:buNone/>
            </a:pPr>
            <a:r>
              <a:rPr b="1" lang="en" sz="2200">
                <a:solidFill>
                  <a:schemeClr val="dk1"/>
                </a:solidFill>
              </a:rPr>
              <a:t>4</a:t>
            </a:r>
            <a:r>
              <a:rPr b="1" lang="en" sz="2200">
                <a:solidFill>
                  <a:schemeClr val="dk1"/>
                </a:solidFill>
              </a:rPr>
              <a:t> - Well segmented:</a:t>
            </a:r>
            <a:r>
              <a:rPr lang="en" sz="2200">
                <a:solidFill>
                  <a:schemeClr val="dk1"/>
                </a:solidFill>
              </a:rPr>
              <a:t> your sample must be totally connected to the previously defined customer segment!</a:t>
            </a:r>
            <a:endParaRPr sz="2200">
              <a:solidFill>
                <a:schemeClr val="dk1"/>
              </a:solidFill>
            </a:endParaRPr>
          </a:p>
          <a:p>
            <a:pPr indent="0" lvl="0" marL="0" rtl="0" algn="l">
              <a:spcBef>
                <a:spcPts val="0"/>
              </a:spcBef>
              <a:spcAft>
                <a:spcPts val="0"/>
              </a:spcAft>
              <a:buNone/>
            </a:pPr>
            <a:r>
              <a:rPr lang="en" sz="2200">
                <a:solidFill>
                  <a:schemeClr val="dk1"/>
                </a:solidFill>
              </a:rPr>
              <a:t> </a:t>
            </a:r>
            <a:endParaRPr sz="2200">
              <a:solidFill>
                <a:schemeClr val="dk1"/>
              </a:solidFill>
            </a:endParaRPr>
          </a:p>
          <a:p>
            <a:pPr indent="0" lvl="0" marL="0" rtl="0" algn="l">
              <a:spcBef>
                <a:spcPts val="0"/>
              </a:spcBef>
              <a:spcAft>
                <a:spcPts val="0"/>
              </a:spcAft>
              <a:buNone/>
            </a:pPr>
            <a:r>
              <a:rPr b="1" lang="en" sz="2200">
                <a:solidFill>
                  <a:schemeClr val="dk1"/>
                </a:solidFill>
              </a:rPr>
              <a:t>5</a:t>
            </a:r>
            <a:r>
              <a:rPr b="1" lang="en" sz="2200">
                <a:solidFill>
                  <a:schemeClr val="dk1"/>
                </a:solidFill>
              </a:rPr>
              <a:t> - Random:</a:t>
            </a:r>
            <a:r>
              <a:rPr lang="en" sz="2200">
                <a:solidFill>
                  <a:schemeClr val="dk1"/>
                </a:solidFill>
              </a:rPr>
              <a:t> the entire population should have the same (or known) chances to be selected.</a:t>
            </a:r>
            <a:endParaRPr sz="22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g3f3ce6d0ec5_0_0"/>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418" name="Google Shape;418;g3f3ce6d0ec5_0_0"/>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419" name="Google Shape;419;g3f3ce6d0ec5_0_0"/>
          <p:cNvSpPr/>
          <p:nvPr/>
        </p:nvSpPr>
        <p:spPr>
          <a:xfrm>
            <a:off x="6415960" y="63531"/>
            <a:ext cx="298800" cy="2376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Arial"/>
                <a:ea typeface="Arial"/>
                <a:cs typeface="Arial"/>
                <a:sym typeface="Arial"/>
              </a:rPr>
              <a:t>D</a:t>
            </a:r>
            <a:endParaRPr b="1" i="0" sz="900" u="none" cap="none" strike="noStrike">
              <a:solidFill>
                <a:srgbClr val="FFFFFF"/>
              </a:solidFill>
              <a:latin typeface="Arial"/>
              <a:ea typeface="Arial"/>
              <a:cs typeface="Arial"/>
              <a:sym typeface="Arial"/>
            </a:endParaRPr>
          </a:p>
        </p:txBody>
      </p:sp>
      <p:sp>
        <p:nvSpPr>
          <p:cNvPr id="420" name="Google Shape;420;g3f3ce6d0ec5_0_0"/>
          <p:cNvSpPr/>
          <p:nvPr/>
        </p:nvSpPr>
        <p:spPr>
          <a:xfrm>
            <a:off x="675128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M </a:t>
            </a:r>
            <a:endParaRPr b="1" i="0" sz="900" u="none" cap="none" strike="noStrike">
              <a:solidFill>
                <a:srgbClr val="000000"/>
              </a:solidFill>
              <a:latin typeface="Arial"/>
              <a:ea typeface="Arial"/>
              <a:cs typeface="Arial"/>
              <a:sym typeface="Arial"/>
            </a:endParaRPr>
          </a:p>
        </p:txBody>
      </p:sp>
      <p:sp>
        <p:nvSpPr>
          <p:cNvPr id="421" name="Google Shape;421;g3f3ce6d0ec5_0_0"/>
          <p:cNvSpPr/>
          <p:nvPr/>
        </p:nvSpPr>
        <p:spPr>
          <a:xfrm>
            <a:off x="708660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A</a:t>
            </a:r>
            <a:endParaRPr b="1" i="0" sz="900" u="none" cap="none" strike="noStrike">
              <a:solidFill>
                <a:srgbClr val="000000"/>
              </a:solidFill>
              <a:latin typeface="Arial"/>
              <a:ea typeface="Arial"/>
              <a:cs typeface="Arial"/>
              <a:sym typeface="Arial"/>
            </a:endParaRPr>
          </a:p>
        </p:txBody>
      </p:sp>
      <p:sp>
        <p:nvSpPr>
          <p:cNvPr id="422" name="Google Shape;422;g3f3ce6d0ec5_0_0"/>
          <p:cNvSpPr/>
          <p:nvPr/>
        </p:nvSpPr>
        <p:spPr>
          <a:xfrm>
            <a:off x="742193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423" name="Google Shape;423;g3f3ce6d0ec5_0_0"/>
          <p:cNvSpPr/>
          <p:nvPr/>
        </p:nvSpPr>
        <p:spPr>
          <a:xfrm>
            <a:off x="775725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V</a:t>
            </a:r>
            <a:endParaRPr b="1" i="0" sz="900" u="none" cap="none" strike="noStrike">
              <a:solidFill>
                <a:srgbClr val="000000"/>
              </a:solidFill>
              <a:latin typeface="Arial"/>
              <a:ea typeface="Arial"/>
              <a:cs typeface="Arial"/>
              <a:sym typeface="Arial"/>
            </a:endParaRPr>
          </a:p>
        </p:txBody>
      </p:sp>
      <p:sp>
        <p:nvSpPr>
          <p:cNvPr id="424" name="Google Shape;424;g3f3ce6d0ec5_0_0"/>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g3f3ce6d0ec5_0_0"/>
          <p:cNvSpPr txBox="1"/>
          <p:nvPr>
            <p:ph type="title"/>
          </p:nvPr>
        </p:nvSpPr>
        <p:spPr>
          <a:xfrm>
            <a:off x="883375" y="683600"/>
            <a:ext cx="68739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sz="3100"/>
              <a:t>Collect VoC</a:t>
            </a:r>
            <a:endParaRPr sz="3100"/>
          </a:p>
        </p:txBody>
      </p:sp>
      <p:sp>
        <p:nvSpPr>
          <p:cNvPr id="426" name="Google Shape;426;g3f3ce6d0ec5_0_0"/>
          <p:cNvSpPr txBox="1"/>
          <p:nvPr/>
        </p:nvSpPr>
        <p:spPr>
          <a:xfrm>
            <a:off x="701850" y="1287125"/>
            <a:ext cx="7354200" cy="131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rPr>
              <a:t>1 - "I want the most delicious vegetarian pizza I've ever tasted!"</a:t>
            </a:r>
            <a:endParaRPr sz="1000">
              <a:solidFill>
                <a:schemeClr val="dk1"/>
              </a:solidFill>
            </a:endParaRPr>
          </a:p>
          <a:p>
            <a:pPr indent="0" lvl="0" marL="0" rtl="0" algn="l">
              <a:lnSpc>
                <a:spcPct val="115000"/>
              </a:lnSpc>
              <a:spcBef>
                <a:spcPts val="1200"/>
              </a:spcBef>
              <a:spcAft>
                <a:spcPts val="0"/>
              </a:spcAft>
              <a:buNone/>
            </a:pPr>
            <a:r>
              <a:rPr lang="en" sz="1000">
                <a:solidFill>
                  <a:schemeClr val="dk1"/>
                </a:solidFill>
              </a:rPr>
              <a:t>2 - "I need a pizza that fits my student budget."</a:t>
            </a:r>
            <a:endParaRPr sz="1000">
              <a:solidFill>
                <a:schemeClr val="dk1"/>
              </a:solidFill>
            </a:endParaRPr>
          </a:p>
          <a:p>
            <a:pPr indent="0" lvl="0" marL="0" rtl="0" algn="l">
              <a:lnSpc>
                <a:spcPct val="115000"/>
              </a:lnSpc>
              <a:spcBef>
                <a:spcPts val="1200"/>
              </a:spcBef>
              <a:spcAft>
                <a:spcPts val="0"/>
              </a:spcAft>
              <a:buNone/>
            </a:pPr>
            <a:r>
              <a:rPr lang="en" sz="1000">
                <a:solidFill>
                  <a:schemeClr val="dk1"/>
                </a:solidFill>
              </a:rPr>
              <a:t>3 - "I want fresh vegetables, not frozen or soggy toppings."</a:t>
            </a:r>
            <a:endParaRPr sz="1000">
              <a:solidFill>
                <a:schemeClr val="dk1"/>
              </a:solidFill>
            </a:endParaRPr>
          </a:p>
          <a:p>
            <a:pPr indent="0" lvl="0" marL="0" rtl="0" algn="l">
              <a:lnSpc>
                <a:spcPct val="115000"/>
              </a:lnSpc>
              <a:spcBef>
                <a:spcPts val="1200"/>
              </a:spcBef>
              <a:spcAft>
                <a:spcPts val="0"/>
              </a:spcAft>
              <a:buNone/>
            </a:pPr>
            <a:r>
              <a:rPr lang="en" sz="1000">
                <a:solidFill>
                  <a:schemeClr val="dk1"/>
                </a:solidFill>
              </a:rPr>
              <a:t>4 - "I hate waiting too long for my pizza, especially between classes."</a:t>
            </a:r>
            <a:endParaRPr sz="1000">
              <a:solidFill>
                <a:schemeClr val="dk1"/>
              </a:solidFill>
            </a:endParaRPr>
          </a:p>
          <a:p>
            <a:pPr indent="0" lvl="0" marL="0" rtl="0" algn="l">
              <a:lnSpc>
                <a:spcPct val="115000"/>
              </a:lnSpc>
              <a:spcBef>
                <a:spcPts val="1200"/>
              </a:spcBef>
              <a:spcAft>
                <a:spcPts val="0"/>
              </a:spcAft>
              <a:buNone/>
            </a:pPr>
            <a:r>
              <a:rPr lang="en" sz="1000">
                <a:solidFill>
                  <a:schemeClr val="dk1"/>
                </a:solidFill>
              </a:rPr>
              <a:t>5 - "I want a crispy crust on the outside but soft on the inside."</a:t>
            </a:r>
            <a:endParaRPr sz="1000">
              <a:solidFill>
                <a:schemeClr val="dk1"/>
              </a:solidFill>
            </a:endParaRPr>
          </a:p>
          <a:p>
            <a:pPr indent="0" lvl="0" marL="0" rtl="0" algn="l">
              <a:lnSpc>
                <a:spcPct val="115000"/>
              </a:lnSpc>
              <a:spcBef>
                <a:spcPts val="1200"/>
              </a:spcBef>
              <a:spcAft>
                <a:spcPts val="0"/>
              </a:spcAft>
              <a:buNone/>
            </a:pPr>
            <a:r>
              <a:rPr lang="en" sz="1000">
                <a:solidFill>
                  <a:schemeClr val="dk1"/>
                </a:solidFill>
              </a:rPr>
              <a:t>6 - "I want enough cheese, but I don't want my pizza to feel greasy."</a:t>
            </a:r>
            <a:endParaRPr sz="1000">
              <a:solidFill>
                <a:schemeClr val="dk1"/>
              </a:solidFill>
            </a:endParaRPr>
          </a:p>
          <a:p>
            <a:pPr indent="0" lvl="0" marL="0" rtl="0" algn="l">
              <a:lnSpc>
                <a:spcPct val="115000"/>
              </a:lnSpc>
              <a:spcBef>
                <a:spcPts val="1200"/>
              </a:spcBef>
              <a:spcAft>
                <a:spcPts val="0"/>
              </a:spcAft>
              <a:buNone/>
            </a:pPr>
            <a:r>
              <a:rPr lang="en" sz="1000">
                <a:solidFill>
                  <a:schemeClr val="dk1"/>
                </a:solidFill>
              </a:rPr>
              <a:t>7 - "I want a pizza big enough to share with my friends."</a:t>
            </a:r>
            <a:endParaRPr sz="1000">
              <a:solidFill>
                <a:schemeClr val="dk1"/>
              </a:solidFill>
            </a:endParaRPr>
          </a:p>
          <a:p>
            <a:pPr indent="0" lvl="0" marL="0" rtl="0" algn="l">
              <a:lnSpc>
                <a:spcPct val="115000"/>
              </a:lnSpc>
              <a:spcBef>
                <a:spcPts val="1200"/>
              </a:spcBef>
              <a:spcAft>
                <a:spcPts val="0"/>
              </a:spcAft>
              <a:buNone/>
            </a:pPr>
            <a:r>
              <a:rPr lang="en" sz="1000">
                <a:solidFill>
                  <a:schemeClr val="dk1"/>
                </a:solidFill>
              </a:rPr>
              <a:t>8 - "I want exciting vegetarian toppings, not just tomatoes and onions."</a:t>
            </a:r>
            <a:endParaRPr sz="1000">
              <a:solidFill>
                <a:schemeClr val="dk1"/>
              </a:solidFill>
            </a:endParaRPr>
          </a:p>
          <a:p>
            <a:pPr indent="0" lvl="0" marL="0" rtl="0" algn="l">
              <a:lnSpc>
                <a:spcPct val="115000"/>
              </a:lnSpc>
              <a:spcBef>
                <a:spcPts val="1200"/>
              </a:spcBef>
              <a:spcAft>
                <a:spcPts val="0"/>
              </a:spcAft>
              <a:buNone/>
            </a:pPr>
            <a:r>
              <a:rPr lang="en" sz="1000">
                <a:solidFill>
                  <a:schemeClr val="dk1"/>
                </a:solidFill>
              </a:rPr>
              <a:t>9 - "I want to customize my pizza according to my preferences."</a:t>
            </a:r>
            <a:endParaRPr sz="1000">
              <a:solidFill>
                <a:schemeClr val="dk1"/>
              </a:solidFill>
            </a:endParaRPr>
          </a:p>
          <a:p>
            <a:pPr indent="0" lvl="0" marL="0" rtl="0" algn="l">
              <a:lnSpc>
                <a:spcPct val="115000"/>
              </a:lnSpc>
              <a:spcBef>
                <a:spcPts val="1200"/>
              </a:spcBef>
              <a:spcAft>
                <a:spcPts val="0"/>
              </a:spcAft>
              <a:buNone/>
            </a:pPr>
            <a:r>
              <a:rPr lang="en" sz="1000">
                <a:solidFill>
                  <a:schemeClr val="dk1"/>
                </a:solidFill>
              </a:rPr>
              <a:t>10 - "I want every pizza to taste just as amazing as the last one."</a:t>
            </a:r>
            <a:endParaRPr sz="1000">
              <a:solidFill>
                <a:schemeClr val="dk1"/>
              </a:solidFill>
            </a:endParaRPr>
          </a:p>
          <a:p>
            <a:pPr indent="0" lvl="0" marL="0" rtl="0" algn="l">
              <a:spcBef>
                <a:spcPts val="1200"/>
              </a:spcBef>
              <a:spcAft>
                <a:spcPts val="0"/>
              </a:spcAft>
              <a:buNone/>
            </a:pPr>
            <a:r>
              <a:t/>
            </a:r>
            <a:endParaRPr sz="22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h71a8669f5424a25b_0_109"/>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432" name="Google Shape;432;h71a8669f5424a25b_0_109"/>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433" name="Google Shape;433;h71a8669f5424a25b_0_109"/>
          <p:cNvSpPr/>
          <p:nvPr/>
        </p:nvSpPr>
        <p:spPr>
          <a:xfrm>
            <a:off x="6415960" y="63531"/>
            <a:ext cx="298800" cy="2376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Arial"/>
                <a:ea typeface="Arial"/>
                <a:cs typeface="Arial"/>
                <a:sym typeface="Arial"/>
              </a:rPr>
              <a:t>D</a:t>
            </a:r>
            <a:endParaRPr b="1" i="0" sz="900" u="none" cap="none" strike="noStrike">
              <a:solidFill>
                <a:srgbClr val="FFFFFF"/>
              </a:solidFill>
              <a:latin typeface="Arial"/>
              <a:ea typeface="Arial"/>
              <a:cs typeface="Arial"/>
              <a:sym typeface="Arial"/>
            </a:endParaRPr>
          </a:p>
        </p:txBody>
      </p:sp>
      <p:sp>
        <p:nvSpPr>
          <p:cNvPr id="434" name="Google Shape;434;h71a8669f5424a25b_0_109"/>
          <p:cNvSpPr/>
          <p:nvPr/>
        </p:nvSpPr>
        <p:spPr>
          <a:xfrm>
            <a:off x="675128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M </a:t>
            </a:r>
            <a:endParaRPr b="1" i="0" sz="900" u="none" cap="none" strike="noStrike">
              <a:solidFill>
                <a:srgbClr val="000000"/>
              </a:solidFill>
              <a:latin typeface="Arial"/>
              <a:ea typeface="Arial"/>
              <a:cs typeface="Arial"/>
              <a:sym typeface="Arial"/>
            </a:endParaRPr>
          </a:p>
        </p:txBody>
      </p:sp>
      <p:sp>
        <p:nvSpPr>
          <p:cNvPr id="435" name="Google Shape;435;h71a8669f5424a25b_0_109"/>
          <p:cNvSpPr/>
          <p:nvPr/>
        </p:nvSpPr>
        <p:spPr>
          <a:xfrm>
            <a:off x="708660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A</a:t>
            </a:r>
            <a:endParaRPr b="1" i="0" sz="900" u="none" cap="none" strike="noStrike">
              <a:solidFill>
                <a:srgbClr val="000000"/>
              </a:solidFill>
              <a:latin typeface="Arial"/>
              <a:ea typeface="Arial"/>
              <a:cs typeface="Arial"/>
              <a:sym typeface="Arial"/>
            </a:endParaRPr>
          </a:p>
        </p:txBody>
      </p:sp>
      <p:sp>
        <p:nvSpPr>
          <p:cNvPr id="436" name="Google Shape;436;h71a8669f5424a25b_0_109"/>
          <p:cNvSpPr/>
          <p:nvPr/>
        </p:nvSpPr>
        <p:spPr>
          <a:xfrm>
            <a:off x="742193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437" name="Google Shape;437;h71a8669f5424a25b_0_109"/>
          <p:cNvSpPr/>
          <p:nvPr/>
        </p:nvSpPr>
        <p:spPr>
          <a:xfrm>
            <a:off x="775725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V</a:t>
            </a:r>
            <a:endParaRPr b="1" i="0" sz="900" u="none" cap="none" strike="noStrike">
              <a:solidFill>
                <a:srgbClr val="000000"/>
              </a:solidFill>
              <a:latin typeface="Arial"/>
              <a:ea typeface="Arial"/>
              <a:cs typeface="Arial"/>
              <a:sym typeface="Arial"/>
            </a:endParaRPr>
          </a:p>
        </p:txBody>
      </p:sp>
      <p:sp>
        <p:nvSpPr>
          <p:cNvPr id="438" name="Google Shape;438;h71a8669f5424a25b_0_109"/>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h71a8669f5424a25b_0_109"/>
          <p:cNvSpPr txBox="1"/>
          <p:nvPr>
            <p:ph type="title"/>
          </p:nvPr>
        </p:nvSpPr>
        <p:spPr>
          <a:xfrm>
            <a:off x="883375" y="683600"/>
            <a:ext cx="68739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sz="3100"/>
              <a:t>Collect VoC</a:t>
            </a:r>
            <a:endParaRPr sz="3100"/>
          </a:p>
        </p:txBody>
      </p:sp>
      <p:pic>
        <p:nvPicPr>
          <p:cNvPr id="440" name="Google Shape;440;h71a8669f5424a25b_0_109"/>
          <p:cNvPicPr preferRelativeResize="0"/>
          <p:nvPr/>
        </p:nvPicPr>
        <p:blipFill>
          <a:blip r:embed="rId4">
            <a:alphaModFix/>
          </a:blip>
          <a:stretch>
            <a:fillRect/>
          </a:stretch>
        </p:blipFill>
        <p:spPr>
          <a:xfrm>
            <a:off x="2209125" y="1445825"/>
            <a:ext cx="4409326" cy="29395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h71a8669f5424a25b_0_103"/>
          <p:cNvSpPr txBox="1"/>
          <p:nvPr>
            <p:ph type="ctrTitle"/>
          </p:nvPr>
        </p:nvSpPr>
        <p:spPr>
          <a:xfrm>
            <a:off x="930825" y="2619958"/>
            <a:ext cx="7042800" cy="671100"/>
          </a:xfrm>
          <a:prstGeom prst="rect">
            <a:avLst/>
          </a:prstGeom>
          <a:noFill/>
          <a:ln>
            <a:noFill/>
          </a:ln>
        </p:spPr>
        <p:txBody>
          <a:bodyPr anchorCtr="0" anchor="b" bIns="0" lIns="0" spcFirstLastPara="1" rIns="0" wrap="square" tIns="0">
            <a:noAutofit/>
          </a:bodyPr>
          <a:lstStyle/>
          <a:p>
            <a:pPr indent="0" lvl="0" marL="0" rtl="0" algn="ctr">
              <a:lnSpc>
                <a:spcPct val="90000"/>
              </a:lnSpc>
              <a:spcBef>
                <a:spcPts val="0"/>
              </a:spcBef>
              <a:spcAft>
                <a:spcPts val="0"/>
              </a:spcAft>
              <a:buSzPts val="5200"/>
              <a:buNone/>
            </a:pPr>
            <a:r>
              <a:rPr lang="en" sz="4100"/>
              <a:t>Classify Voice of the Customer</a:t>
            </a:r>
            <a:endParaRPr sz="4100"/>
          </a:p>
        </p:txBody>
      </p:sp>
      <p:sp>
        <p:nvSpPr>
          <p:cNvPr id="446" name="Google Shape;446;h71a8669f5424a25b_0_103"/>
          <p:cNvSpPr txBox="1"/>
          <p:nvPr>
            <p:ph idx="4294967295"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1500"/>
              <a:buNone/>
            </a:pPr>
            <a:fld id="{00000000-1234-1234-1234-123412341234}" type="slidenum">
              <a:rPr lang="en"/>
              <a:t>‹#›</a:t>
            </a:fld>
            <a:endParaRPr/>
          </a:p>
        </p:txBody>
      </p:sp>
      <p:pic>
        <p:nvPicPr>
          <p:cNvPr descr="Logotipo&#10;&#10;Descrição gerada automaticamente com confiança média" id="447" name="Google Shape;447;h71a8669f5424a25b_0_103"/>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h71a8669f5424a25b_0_122"/>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453" name="Google Shape;453;h71a8669f5424a25b_0_122"/>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454" name="Google Shape;454;h71a8669f5424a25b_0_122"/>
          <p:cNvSpPr/>
          <p:nvPr/>
        </p:nvSpPr>
        <p:spPr>
          <a:xfrm>
            <a:off x="6415960" y="63531"/>
            <a:ext cx="298800" cy="2376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Arial"/>
                <a:ea typeface="Arial"/>
                <a:cs typeface="Arial"/>
                <a:sym typeface="Arial"/>
              </a:rPr>
              <a:t>D</a:t>
            </a:r>
            <a:endParaRPr b="1" i="0" sz="900" u="none" cap="none" strike="noStrike">
              <a:solidFill>
                <a:srgbClr val="FFFFFF"/>
              </a:solidFill>
              <a:latin typeface="Arial"/>
              <a:ea typeface="Arial"/>
              <a:cs typeface="Arial"/>
              <a:sym typeface="Arial"/>
            </a:endParaRPr>
          </a:p>
        </p:txBody>
      </p:sp>
      <p:sp>
        <p:nvSpPr>
          <p:cNvPr id="455" name="Google Shape;455;h71a8669f5424a25b_0_122"/>
          <p:cNvSpPr/>
          <p:nvPr/>
        </p:nvSpPr>
        <p:spPr>
          <a:xfrm>
            <a:off x="675128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M </a:t>
            </a:r>
            <a:endParaRPr b="1" i="0" sz="900" u="none" cap="none" strike="noStrike">
              <a:solidFill>
                <a:srgbClr val="000000"/>
              </a:solidFill>
              <a:latin typeface="Arial"/>
              <a:ea typeface="Arial"/>
              <a:cs typeface="Arial"/>
              <a:sym typeface="Arial"/>
            </a:endParaRPr>
          </a:p>
        </p:txBody>
      </p:sp>
      <p:sp>
        <p:nvSpPr>
          <p:cNvPr id="456" name="Google Shape;456;h71a8669f5424a25b_0_122"/>
          <p:cNvSpPr/>
          <p:nvPr/>
        </p:nvSpPr>
        <p:spPr>
          <a:xfrm>
            <a:off x="708660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A</a:t>
            </a:r>
            <a:endParaRPr b="1" i="0" sz="900" u="none" cap="none" strike="noStrike">
              <a:solidFill>
                <a:srgbClr val="000000"/>
              </a:solidFill>
              <a:latin typeface="Arial"/>
              <a:ea typeface="Arial"/>
              <a:cs typeface="Arial"/>
              <a:sym typeface="Arial"/>
            </a:endParaRPr>
          </a:p>
        </p:txBody>
      </p:sp>
      <p:sp>
        <p:nvSpPr>
          <p:cNvPr id="457" name="Google Shape;457;h71a8669f5424a25b_0_122"/>
          <p:cNvSpPr/>
          <p:nvPr/>
        </p:nvSpPr>
        <p:spPr>
          <a:xfrm>
            <a:off x="742193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458" name="Google Shape;458;h71a8669f5424a25b_0_122"/>
          <p:cNvSpPr/>
          <p:nvPr/>
        </p:nvSpPr>
        <p:spPr>
          <a:xfrm>
            <a:off x="775725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V</a:t>
            </a:r>
            <a:endParaRPr b="1" i="0" sz="900" u="none" cap="none" strike="noStrike">
              <a:solidFill>
                <a:srgbClr val="000000"/>
              </a:solidFill>
              <a:latin typeface="Arial"/>
              <a:ea typeface="Arial"/>
              <a:cs typeface="Arial"/>
              <a:sym typeface="Arial"/>
            </a:endParaRPr>
          </a:p>
        </p:txBody>
      </p:sp>
      <p:sp>
        <p:nvSpPr>
          <p:cNvPr id="459" name="Google Shape;459;h71a8669f5424a25b_0_122"/>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h71a8669f5424a25b_0_122"/>
          <p:cNvSpPr txBox="1"/>
          <p:nvPr>
            <p:ph type="title"/>
          </p:nvPr>
        </p:nvSpPr>
        <p:spPr>
          <a:xfrm>
            <a:off x="883375" y="683600"/>
            <a:ext cx="68739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sz="3100"/>
              <a:t>Classify </a:t>
            </a:r>
            <a:r>
              <a:rPr lang="en" sz="3100"/>
              <a:t>VoC</a:t>
            </a:r>
            <a:endParaRPr sz="3100"/>
          </a:p>
        </p:txBody>
      </p:sp>
      <p:sp>
        <p:nvSpPr>
          <p:cNvPr id="461" name="Google Shape;461;h71a8669f5424a25b_0_122"/>
          <p:cNvSpPr txBox="1"/>
          <p:nvPr/>
        </p:nvSpPr>
        <p:spPr>
          <a:xfrm>
            <a:off x="547525" y="1160475"/>
            <a:ext cx="7354200" cy="131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00">
                <a:solidFill>
                  <a:schemeClr val="dk1"/>
                </a:solidFill>
              </a:rPr>
              <a:t>We will be using Kano Model!</a:t>
            </a:r>
            <a:endParaRPr sz="2200">
              <a:solidFill>
                <a:schemeClr val="dk1"/>
              </a:solidFill>
            </a:endParaRPr>
          </a:p>
          <a:p>
            <a:pPr indent="0" lvl="0" marL="0" rtl="0" algn="l">
              <a:spcBef>
                <a:spcPts val="0"/>
              </a:spcBef>
              <a:spcAft>
                <a:spcPts val="0"/>
              </a:spcAft>
              <a:buNone/>
            </a:pPr>
            <a:r>
              <a:t/>
            </a:r>
            <a:endParaRPr sz="2200">
              <a:solidFill>
                <a:schemeClr val="dk1"/>
              </a:solidFill>
            </a:endParaRPr>
          </a:p>
          <a:p>
            <a:pPr indent="0" lvl="0" marL="0" rtl="0" algn="l">
              <a:spcBef>
                <a:spcPts val="0"/>
              </a:spcBef>
              <a:spcAft>
                <a:spcPts val="0"/>
              </a:spcAft>
              <a:buNone/>
            </a:pPr>
            <a:r>
              <a:rPr b="1" lang="en" sz="2200">
                <a:solidFill>
                  <a:schemeClr val="dk1"/>
                </a:solidFill>
              </a:rPr>
              <a:t>1 - Must be / Must have (Mandatory): </a:t>
            </a:r>
            <a:r>
              <a:rPr lang="en" sz="2200">
                <a:solidFill>
                  <a:schemeClr val="dk1"/>
                </a:solidFill>
              </a:rPr>
              <a:t>non negotiable </a:t>
            </a:r>
            <a:r>
              <a:rPr lang="en" sz="2200">
                <a:solidFill>
                  <a:schemeClr val="dk1"/>
                </a:solidFill>
              </a:rPr>
              <a:t>characteristics</a:t>
            </a:r>
            <a:r>
              <a:rPr lang="en" sz="2200">
                <a:solidFill>
                  <a:schemeClr val="dk1"/>
                </a:solidFill>
              </a:rPr>
              <a:t> of the product / service.</a:t>
            </a:r>
            <a:endParaRPr sz="2200">
              <a:solidFill>
                <a:schemeClr val="dk1"/>
              </a:solidFill>
            </a:endParaRPr>
          </a:p>
          <a:p>
            <a:pPr indent="0" lvl="0" marL="0" rtl="0" algn="l">
              <a:spcBef>
                <a:spcPts val="0"/>
              </a:spcBef>
              <a:spcAft>
                <a:spcPts val="0"/>
              </a:spcAft>
              <a:buNone/>
            </a:pPr>
            <a:r>
              <a:t/>
            </a:r>
            <a:endParaRPr sz="2200">
              <a:solidFill>
                <a:schemeClr val="dk1"/>
              </a:solidFill>
            </a:endParaRPr>
          </a:p>
          <a:p>
            <a:pPr indent="0" lvl="0" marL="0" rtl="0" algn="l">
              <a:spcBef>
                <a:spcPts val="0"/>
              </a:spcBef>
              <a:spcAft>
                <a:spcPts val="0"/>
              </a:spcAft>
              <a:buNone/>
            </a:pPr>
            <a:r>
              <a:rPr b="1" lang="en" sz="2200">
                <a:solidFill>
                  <a:schemeClr val="dk1"/>
                </a:solidFill>
              </a:rPr>
              <a:t>2</a:t>
            </a:r>
            <a:r>
              <a:rPr b="1" lang="en" sz="2200">
                <a:solidFill>
                  <a:schemeClr val="dk1"/>
                </a:solidFill>
              </a:rPr>
              <a:t> - Linear: </a:t>
            </a:r>
            <a:r>
              <a:rPr lang="en" sz="2200">
                <a:solidFill>
                  <a:schemeClr val="dk1"/>
                </a:solidFill>
              </a:rPr>
              <a:t>characteristics like “more is better” (quality) and “less is better” (delivery time and price).</a:t>
            </a:r>
            <a:endParaRPr sz="2200">
              <a:solidFill>
                <a:schemeClr val="dk1"/>
              </a:solidFill>
            </a:endParaRPr>
          </a:p>
          <a:p>
            <a:pPr indent="0" lvl="0" marL="0" rtl="0" algn="l">
              <a:spcBef>
                <a:spcPts val="0"/>
              </a:spcBef>
              <a:spcAft>
                <a:spcPts val="0"/>
              </a:spcAft>
              <a:buNone/>
            </a:pPr>
            <a:r>
              <a:t/>
            </a:r>
            <a:endParaRPr sz="2200">
              <a:solidFill>
                <a:schemeClr val="dk1"/>
              </a:solidFill>
            </a:endParaRPr>
          </a:p>
          <a:p>
            <a:pPr indent="0" lvl="0" marL="0" rtl="0" algn="l">
              <a:spcBef>
                <a:spcPts val="0"/>
              </a:spcBef>
              <a:spcAft>
                <a:spcPts val="0"/>
              </a:spcAft>
              <a:buNone/>
            </a:pPr>
            <a:r>
              <a:rPr b="1" lang="en" sz="2200">
                <a:solidFill>
                  <a:schemeClr val="dk1"/>
                </a:solidFill>
              </a:rPr>
              <a:t>3 - Delighter: </a:t>
            </a:r>
            <a:r>
              <a:rPr lang="en" sz="2200">
                <a:solidFill>
                  <a:schemeClr val="dk1"/>
                </a:solidFill>
              </a:rPr>
              <a:t>unexpected positive characteristics in the product/service</a:t>
            </a:r>
            <a:endParaRPr sz="22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h71a8669f5424a25b_0_136"/>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467" name="Google Shape;467;h71a8669f5424a25b_0_136"/>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468" name="Google Shape;468;h71a8669f5424a25b_0_136"/>
          <p:cNvSpPr/>
          <p:nvPr/>
        </p:nvSpPr>
        <p:spPr>
          <a:xfrm>
            <a:off x="6415960" y="63531"/>
            <a:ext cx="298800" cy="2376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Arial"/>
                <a:ea typeface="Arial"/>
                <a:cs typeface="Arial"/>
                <a:sym typeface="Arial"/>
              </a:rPr>
              <a:t>D</a:t>
            </a:r>
            <a:endParaRPr b="1" i="0" sz="900" u="none" cap="none" strike="noStrike">
              <a:solidFill>
                <a:srgbClr val="FFFFFF"/>
              </a:solidFill>
              <a:latin typeface="Arial"/>
              <a:ea typeface="Arial"/>
              <a:cs typeface="Arial"/>
              <a:sym typeface="Arial"/>
            </a:endParaRPr>
          </a:p>
        </p:txBody>
      </p:sp>
      <p:sp>
        <p:nvSpPr>
          <p:cNvPr id="469" name="Google Shape;469;h71a8669f5424a25b_0_136"/>
          <p:cNvSpPr/>
          <p:nvPr/>
        </p:nvSpPr>
        <p:spPr>
          <a:xfrm>
            <a:off x="675128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M </a:t>
            </a:r>
            <a:endParaRPr b="1" i="0" sz="900" u="none" cap="none" strike="noStrike">
              <a:solidFill>
                <a:srgbClr val="000000"/>
              </a:solidFill>
              <a:latin typeface="Arial"/>
              <a:ea typeface="Arial"/>
              <a:cs typeface="Arial"/>
              <a:sym typeface="Arial"/>
            </a:endParaRPr>
          </a:p>
        </p:txBody>
      </p:sp>
      <p:sp>
        <p:nvSpPr>
          <p:cNvPr id="470" name="Google Shape;470;h71a8669f5424a25b_0_136"/>
          <p:cNvSpPr/>
          <p:nvPr/>
        </p:nvSpPr>
        <p:spPr>
          <a:xfrm>
            <a:off x="708660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A</a:t>
            </a:r>
            <a:endParaRPr b="1" i="0" sz="900" u="none" cap="none" strike="noStrike">
              <a:solidFill>
                <a:srgbClr val="000000"/>
              </a:solidFill>
              <a:latin typeface="Arial"/>
              <a:ea typeface="Arial"/>
              <a:cs typeface="Arial"/>
              <a:sym typeface="Arial"/>
            </a:endParaRPr>
          </a:p>
        </p:txBody>
      </p:sp>
      <p:sp>
        <p:nvSpPr>
          <p:cNvPr id="471" name="Google Shape;471;h71a8669f5424a25b_0_136"/>
          <p:cNvSpPr/>
          <p:nvPr/>
        </p:nvSpPr>
        <p:spPr>
          <a:xfrm>
            <a:off x="742193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472" name="Google Shape;472;h71a8669f5424a25b_0_136"/>
          <p:cNvSpPr/>
          <p:nvPr/>
        </p:nvSpPr>
        <p:spPr>
          <a:xfrm>
            <a:off x="775725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V</a:t>
            </a:r>
            <a:endParaRPr b="1" i="0" sz="900" u="none" cap="none" strike="noStrike">
              <a:solidFill>
                <a:srgbClr val="000000"/>
              </a:solidFill>
              <a:latin typeface="Arial"/>
              <a:ea typeface="Arial"/>
              <a:cs typeface="Arial"/>
              <a:sym typeface="Arial"/>
            </a:endParaRPr>
          </a:p>
        </p:txBody>
      </p:sp>
      <p:sp>
        <p:nvSpPr>
          <p:cNvPr id="473" name="Google Shape;473;h71a8669f5424a25b_0_136"/>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h71a8669f5424a25b_0_136"/>
          <p:cNvSpPr txBox="1"/>
          <p:nvPr>
            <p:ph type="title"/>
          </p:nvPr>
        </p:nvSpPr>
        <p:spPr>
          <a:xfrm>
            <a:off x="883375" y="683600"/>
            <a:ext cx="68739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sz="3100"/>
              <a:t>Classify VoC</a:t>
            </a:r>
            <a:endParaRPr sz="3100"/>
          </a:p>
        </p:txBody>
      </p:sp>
      <p:pic>
        <p:nvPicPr>
          <p:cNvPr id="475" name="Google Shape;475;h71a8669f5424a25b_0_136"/>
          <p:cNvPicPr preferRelativeResize="0"/>
          <p:nvPr/>
        </p:nvPicPr>
        <p:blipFill>
          <a:blip r:embed="rId4">
            <a:alphaModFix/>
          </a:blip>
          <a:stretch>
            <a:fillRect/>
          </a:stretch>
        </p:blipFill>
        <p:spPr>
          <a:xfrm>
            <a:off x="1217038" y="1301525"/>
            <a:ext cx="6206577" cy="32366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h71a8669f5424a25b_0_150"/>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481" name="Google Shape;481;h71a8669f5424a25b_0_150"/>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482" name="Google Shape;482;h71a8669f5424a25b_0_150"/>
          <p:cNvSpPr/>
          <p:nvPr/>
        </p:nvSpPr>
        <p:spPr>
          <a:xfrm>
            <a:off x="6415960" y="63531"/>
            <a:ext cx="298800" cy="2376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Arial"/>
                <a:ea typeface="Arial"/>
                <a:cs typeface="Arial"/>
                <a:sym typeface="Arial"/>
              </a:rPr>
              <a:t>D</a:t>
            </a:r>
            <a:endParaRPr b="1" i="0" sz="900" u="none" cap="none" strike="noStrike">
              <a:solidFill>
                <a:srgbClr val="FFFFFF"/>
              </a:solidFill>
              <a:latin typeface="Arial"/>
              <a:ea typeface="Arial"/>
              <a:cs typeface="Arial"/>
              <a:sym typeface="Arial"/>
            </a:endParaRPr>
          </a:p>
        </p:txBody>
      </p:sp>
      <p:sp>
        <p:nvSpPr>
          <p:cNvPr id="483" name="Google Shape;483;h71a8669f5424a25b_0_150"/>
          <p:cNvSpPr/>
          <p:nvPr/>
        </p:nvSpPr>
        <p:spPr>
          <a:xfrm>
            <a:off x="675128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M </a:t>
            </a:r>
            <a:endParaRPr b="1" i="0" sz="900" u="none" cap="none" strike="noStrike">
              <a:solidFill>
                <a:srgbClr val="000000"/>
              </a:solidFill>
              <a:latin typeface="Arial"/>
              <a:ea typeface="Arial"/>
              <a:cs typeface="Arial"/>
              <a:sym typeface="Arial"/>
            </a:endParaRPr>
          </a:p>
        </p:txBody>
      </p:sp>
      <p:sp>
        <p:nvSpPr>
          <p:cNvPr id="484" name="Google Shape;484;h71a8669f5424a25b_0_150"/>
          <p:cNvSpPr/>
          <p:nvPr/>
        </p:nvSpPr>
        <p:spPr>
          <a:xfrm>
            <a:off x="708660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A</a:t>
            </a:r>
            <a:endParaRPr b="1" i="0" sz="900" u="none" cap="none" strike="noStrike">
              <a:solidFill>
                <a:srgbClr val="000000"/>
              </a:solidFill>
              <a:latin typeface="Arial"/>
              <a:ea typeface="Arial"/>
              <a:cs typeface="Arial"/>
              <a:sym typeface="Arial"/>
            </a:endParaRPr>
          </a:p>
        </p:txBody>
      </p:sp>
      <p:sp>
        <p:nvSpPr>
          <p:cNvPr id="485" name="Google Shape;485;h71a8669f5424a25b_0_150"/>
          <p:cNvSpPr/>
          <p:nvPr/>
        </p:nvSpPr>
        <p:spPr>
          <a:xfrm>
            <a:off x="742193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486" name="Google Shape;486;h71a8669f5424a25b_0_150"/>
          <p:cNvSpPr/>
          <p:nvPr/>
        </p:nvSpPr>
        <p:spPr>
          <a:xfrm>
            <a:off x="775725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V</a:t>
            </a:r>
            <a:endParaRPr b="1" i="0" sz="900" u="none" cap="none" strike="noStrike">
              <a:solidFill>
                <a:srgbClr val="000000"/>
              </a:solidFill>
              <a:latin typeface="Arial"/>
              <a:ea typeface="Arial"/>
              <a:cs typeface="Arial"/>
              <a:sym typeface="Arial"/>
            </a:endParaRPr>
          </a:p>
        </p:txBody>
      </p:sp>
      <p:sp>
        <p:nvSpPr>
          <p:cNvPr id="487" name="Google Shape;487;h71a8669f5424a25b_0_150"/>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h71a8669f5424a25b_0_150"/>
          <p:cNvSpPr txBox="1"/>
          <p:nvPr>
            <p:ph type="title"/>
          </p:nvPr>
        </p:nvSpPr>
        <p:spPr>
          <a:xfrm>
            <a:off x="883375" y="683600"/>
            <a:ext cx="68739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sz="3100"/>
              <a:t>Classify VoC</a:t>
            </a:r>
            <a:endParaRPr sz="3100"/>
          </a:p>
        </p:txBody>
      </p:sp>
      <p:pic>
        <p:nvPicPr>
          <p:cNvPr id="489" name="Google Shape;489;h71a8669f5424a25b_0_150"/>
          <p:cNvPicPr preferRelativeResize="0"/>
          <p:nvPr/>
        </p:nvPicPr>
        <p:blipFill>
          <a:blip r:embed="rId4">
            <a:alphaModFix/>
          </a:blip>
          <a:stretch>
            <a:fillRect/>
          </a:stretch>
        </p:blipFill>
        <p:spPr>
          <a:xfrm>
            <a:off x="1925075" y="1300800"/>
            <a:ext cx="4845800" cy="32305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27"/>
          <p:cNvSpPr txBox="1"/>
          <p:nvPr>
            <p:ph type="ctrTitle"/>
          </p:nvPr>
        </p:nvSpPr>
        <p:spPr>
          <a:xfrm>
            <a:off x="1773500" y="1980025"/>
            <a:ext cx="5597100" cy="671100"/>
          </a:xfrm>
          <a:prstGeom prst="rect">
            <a:avLst/>
          </a:prstGeom>
          <a:noFill/>
          <a:ln>
            <a:noFill/>
          </a:ln>
        </p:spPr>
        <p:txBody>
          <a:bodyPr anchorCtr="0" anchor="b" bIns="0" lIns="0" spcFirstLastPara="1" rIns="0" wrap="square" tIns="0">
            <a:noAutofit/>
          </a:bodyPr>
          <a:lstStyle/>
          <a:p>
            <a:pPr indent="0" lvl="0" marL="0" rtl="0" algn="ctr">
              <a:lnSpc>
                <a:spcPct val="90000"/>
              </a:lnSpc>
              <a:spcBef>
                <a:spcPts val="0"/>
              </a:spcBef>
              <a:spcAft>
                <a:spcPts val="0"/>
              </a:spcAft>
              <a:buSzPts val="5200"/>
              <a:buNone/>
            </a:pPr>
            <a:r>
              <a:rPr lang="en"/>
              <a:t>MEASURE</a:t>
            </a:r>
            <a:endParaRPr/>
          </a:p>
        </p:txBody>
      </p:sp>
      <p:sp>
        <p:nvSpPr>
          <p:cNvPr id="495" name="Google Shape;495;p27"/>
          <p:cNvSpPr txBox="1"/>
          <p:nvPr/>
        </p:nvSpPr>
        <p:spPr>
          <a:xfrm>
            <a:off x="686100" y="491800"/>
            <a:ext cx="1493700" cy="1488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200"/>
              <a:buFont typeface="Arial"/>
              <a:buNone/>
            </a:pPr>
            <a:r>
              <a:rPr b="1" i="0" lang="en" sz="7200" u="none" cap="none" strike="noStrike">
                <a:solidFill>
                  <a:schemeClr val="dk1"/>
                </a:solidFill>
                <a:latin typeface="Arial"/>
                <a:ea typeface="Arial"/>
                <a:cs typeface="Arial"/>
                <a:sym typeface="Arial"/>
              </a:rPr>
              <a:t>2</a:t>
            </a:r>
            <a:endParaRPr b="1" i="0" sz="7200" u="none" cap="none" strike="noStrike">
              <a:solidFill>
                <a:schemeClr val="dk1"/>
              </a:solidFill>
              <a:latin typeface="Arial"/>
              <a:ea typeface="Arial"/>
              <a:cs typeface="Arial"/>
              <a:sym typeface="Arial"/>
            </a:endParaRPr>
          </a:p>
        </p:txBody>
      </p:sp>
      <p:sp>
        <p:nvSpPr>
          <p:cNvPr id="496" name="Google Shape;496;p27"/>
          <p:cNvSpPr/>
          <p:nvPr/>
        </p:nvSpPr>
        <p:spPr>
          <a:xfrm>
            <a:off x="3315850" y="3236250"/>
            <a:ext cx="457200" cy="4572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D</a:t>
            </a:r>
            <a:endParaRPr b="0" i="0" sz="2000" u="none" cap="none" strike="noStrike">
              <a:solidFill>
                <a:srgbClr val="000000"/>
              </a:solidFill>
              <a:latin typeface="Arial"/>
              <a:ea typeface="Arial"/>
              <a:cs typeface="Arial"/>
              <a:sym typeface="Arial"/>
            </a:endParaRPr>
          </a:p>
        </p:txBody>
      </p:sp>
      <p:sp>
        <p:nvSpPr>
          <p:cNvPr id="497" name="Google Shape;497;p27"/>
          <p:cNvSpPr/>
          <p:nvPr/>
        </p:nvSpPr>
        <p:spPr>
          <a:xfrm>
            <a:off x="3829625" y="3236250"/>
            <a:ext cx="457200" cy="4572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FFFFFF"/>
                </a:solidFill>
                <a:latin typeface="Arial"/>
                <a:ea typeface="Arial"/>
                <a:cs typeface="Arial"/>
                <a:sym typeface="Arial"/>
              </a:rPr>
              <a:t>M</a:t>
            </a:r>
            <a:endParaRPr b="0" i="0" sz="2000" u="none" cap="none" strike="noStrike">
              <a:solidFill>
                <a:srgbClr val="FFFFFF"/>
              </a:solidFill>
              <a:latin typeface="Arial"/>
              <a:ea typeface="Arial"/>
              <a:cs typeface="Arial"/>
              <a:sym typeface="Arial"/>
            </a:endParaRPr>
          </a:p>
        </p:txBody>
      </p:sp>
      <p:sp>
        <p:nvSpPr>
          <p:cNvPr id="498" name="Google Shape;498;p27"/>
          <p:cNvSpPr/>
          <p:nvPr/>
        </p:nvSpPr>
        <p:spPr>
          <a:xfrm>
            <a:off x="4343400" y="3236250"/>
            <a:ext cx="457200" cy="4572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A</a:t>
            </a:r>
            <a:endParaRPr b="0" i="0" sz="2000" u="none" cap="none" strike="noStrike">
              <a:solidFill>
                <a:srgbClr val="000000"/>
              </a:solidFill>
              <a:latin typeface="Arial"/>
              <a:ea typeface="Arial"/>
              <a:cs typeface="Arial"/>
              <a:sym typeface="Arial"/>
            </a:endParaRPr>
          </a:p>
        </p:txBody>
      </p:sp>
      <p:sp>
        <p:nvSpPr>
          <p:cNvPr id="499" name="Google Shape;499;p27"/>
          <p:cNvSpPr/>
          <p:nvPr/>
        </p:nvSpPr>
        <p:spPr>
          <a:xfrm>
            <a:off x="4857175" y="3236250"/>
            <a:ext cx="457200" cy="4572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D</a:t>
            </a:r>
            <a:endParaRPr b="0" i="0" sz="2000" u="none" cap="none" strike="noStrike">
              <a:solidFill>
                <a:srgbClr val="000000"/>
              </a:solidFill>
              <a:latin typeface="Arial"/>
              <a:ea typeface="Arial"/>
              <a:cs typeface="Arial"/>
              <a:sym typeface="Arial"/>
            </a:endParaRPr>
          </a:p>
        </p:txBody>
      </p:sp>
      <p:sp>
        <p:nvSpPr>
          <p:cNvPr id="500" name="Google Shape;500;p27"/>
          <p:cNvSpPr/>
          <p:nvPr/>
        </p:nvSpPr>
        <p:spPr>
          <a:xfrm>
            <a:off x="5370950" y="3236250"/>
            <a:ext cx="457200" cy="4572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V</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g3ebe6aec563_0_2"/>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506" name="Google Shape;506;g3ebe6aec563_0_2"/>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507" name="Google Shape;507;g3ebe6aec563_0_2"/>
          <p:cNvSpPr/>
          <p:nvPr/>
        </p:nvSpPr>
        <p:spPr>
          <a:xfrm>
            <a:off x="6415960"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508" name="Google Shape;508;g3ebe6aec563_0_2"/>
          <p:cNvSpPr/>
          <p:nvPr/>
        </p:nvSpPr>
        <p:spPr>
          <a:xfrm>
            <a:off x="6751285" y="63531"/>
            <a:ext cx="298800" cy="2376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Arial"/>
                <a:ea typeface="Arial"/>
                <a:cs typeface="Arial"/>
                <a:sym typeface="Arial"/>
              </a:rPr>
              <a:t>M </a:t>
            </a:r>
            <a:endParaRPr b="1" i="0" sz="900" u="none" cap="none" strike="noStrike">
              <a:solidFill>
                <a:srgbClr val="FFFFFF"/>
              </a:solidFill>
              <a:latin typeface="Arial"/>
              <a:ea typeface="Arial"/>
              <a:cs typeface="Arial"/>
              <a:sym typeface="Arial"/>
            </a:endParaRPr>
          </a:p>
        </p:txBody>
      </p:sp>
      <p:sp>
        <p:nvSpPr>
          <p:cNvPr id="509" name="Google Shape;509;g3ebe6aec563_0_2"/>
          <p:cNvSpPr/>
          <p:nvPr/>
        </p:nvSpPr>
        <p:spPr>
          <a:xfrm>
            <a:off x="708660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A</a:t>
            </a:r>
            <a:endParaRPr b="1" i="0" sz="900" u="none" cap="none" strike="noStrike">
              <a:solidFill>
                <a:srgbClr val="000000"/>
              </a:solidFill>
              <a:latin typeface="Arial"/>
              <a:ea typeface="Arial"/>
              <a:cs typeface="Arial"/>
              <a:sym typeface="Arial"/>
            </a:endParaRPr>
          </a:p>
        </p:txBody>
      </p:sp>
      <p:sp>
        <p:nvSpPr>
          <p:cNvPr id="510" name="Google Shape;510;g3ebe6aec563_0_2"/>
          <p:cNvSpPr/>
          <p:nvPr/>
        </p:nvSpPr>
        <p:spPr>
          <a:xfrm>
            <a:off x="742193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511" name="Google Shape;511;g3ebe6aec563_0_2"/>
          <p:cNvSpPr/>
          <p:nvPr/>
        </p:nvSpPr>
        <p:spPr>
          <a:xfrm>
            <a:off x="775725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V</a:t>
            </a:r>
            <a:endParaRPr b="1" i="0" sz="900" u="none" cap="none" strike="noStrike">
              <a:solidFill>
                <a:srgbClr val="000000"/>
              </a:solidFill>
              <a:latin typeface="Arial"/>
              <a:ea typeface="Arial"/>
              <a:cs typeface="Arial"/>
              <a:sym typeface="Arial"/>
            </a:endParaRPr>
          </a:p>
        </p:txBody>
      </p:sp>
      <p:sp>
        <p:nvSpPr>
          <p:cNvPr id="512" name="Google Shape;512;g3ebe6aec563_0_2"/>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g3ebe6aec563_0_2"/>
          <p:cNvSpPr txBox="1"/>
          <p:nvPr>
            <p:ph type="title"/>
          </p:nvPr>
        </p:nvSpPr>
        <p:spPr>
          <a:xfrm>
            <a:off x="883375" y="683600"/>
            <a:ext cx="68739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sz="3000"/>
              <a:t>Prioritize VoC</a:t>
            </a:r>
            <a:endParaRPr sz="3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f5fa1cf4e5_0_0"/>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519" name="Google Shape;519;g3f5fa1cf4e5_0_0"/>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520" name="Google Shape;520;g3f5fa1cf4e5_0_0"/>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g3f5fa1cf4e5_0_0"/>
          <p:cNvSpPr txBox="1"/>
          <p:nvPr>
            <p:ph type="title"/>
          </p:nvPr>
        </p:nvSpPr>
        <p:spPr>
          <a:xfrm>
            <a:off x="883375" y="683600"/>
            <a:ext cx="68739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sz="3100"/>
              <a:t>Translate VoC into CTQs</a:t>
            </a:r>
            <a:endParaRPr sz="3100"/>
          </a:p>
        </p:txBody>
      </p:sp>
      <p:sp>
        <p:nvSpPr>
          <p:cNvPr id="522" name="Google Shape;522;g3f5fa1cf4e5_0_0"/>
          <p:cNvSpPr/>
          <p:nvPr/>
        </p:nvSpPr>
        <p:spPr>
          <a:xfrm>
            <a:off x="6415960"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523" name="Google Shape;523;g3f5fa1cf4e5_0_0"/>
          <p:cNvSpPr/>
          <p:nvPr/>
        </p:nvSpPr>
        <p:spPr>
          <a:xfrm>
            <a:off x="6751285" y="63531"/>
            <a:ext cx="298800" cy="2376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Arial"/>
                <a:ea typeface="Arial"/>
                <a:cs typeface="Arial"/>
                <a:sym typeface="Arial"/>
              </a:rPr>
              <a:t>M </a:t>
            </a:r>
            <a:endParaRPr b="1" i="0" sz="900" u="none" cap="none" strike="noStrike">
              <a:solidFill>
                <a:srgbClr val="FFFFFF"/>
              </a:solidFill>
              <a:latin typeface="Arial"/>
              <a:ea typeface="Arial"/>
              <a:cs typeface="Arial"/>
              <a:sym typeface="Arial"/>
            </a:endParaRPr>
          </a:p>
        </p:txBody>
      </p:sp>
      <p:sp>
        <p:nvSpPr>
          <p:cNvPr id="524" name="Google Shape;524;g3f5fa1cf4e5_0_0"/>
          <p:cNvSpPr/>
          <p:nvPr/>
        </p:nvSpPr>
        <p:spPr>
          <a:xfrm>
            <a:off x="708660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A</a:t>
            </a:r>
            <a:endParaRPr b="1" i="0" sz="900" u="none" cap="none" strike="noStrike">
              <a:solidFill>
                <a:srgbClr val="000000"/>
              </a:solidFill>
              <a:latin typeface="Arial"/>
              <a:ea typeface="Arial"/>
              <a:cs typeface="Arial"/>
              <a:sym typeface="Arial"/>
            </a:endParaRPr>
          </a:p>
        </p:txBody>
      </p:sp>
      <p:sp>
        <p:nvSpPr>
          <p:cNvPr id="525" name="Google Shape;525;g3f5fa1cf4e5_0_0"/>
          <p:cNvSpPr/>
          <p:nvPr/>
        </p:nvSpPr>
        <p:spPr>
          <a:xfrm>
            <a:off x="742193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526" name="Google Shape;526;g3f5fa1cf4e5_0_0"/>
          <p:cNvSpPr/>
          <p:nvPr/>
        </p:nvSpPr>
        <p:spPr>
          <a:xfrm>
            <a:off x="775725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V</a:t>
            </a:r>
            <a:endParaRPr b="1" i="0" sz="9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h4b8811ba7eb021ef_0_247"/>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532" name="Google Shape;532;h4b8811ba7eb021ef_0_247"/>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533" name="Google Shape;533;h4b8811ba7eb021ef_0_247"/>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h4b8811ba7eb021ef_0_247"/>
          <p:cNvSpPr txBox="1"/>
          <p:nvPr>
            <p:ph type="title"/>
          </p:nvPr>
        </p:nvSpPr>
        <p:spPr>
          <a:xfrm>
            <a:off x="883375" y="683600"/>
            <a:ext cx="68739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sz="3100"/>
              <a:t>Prioritize CTQs</a:t>
            </a:r>
            <a:endParaRPr sz="3100"/>
          </a:p>
        </p:txBody>
      </p:sp>
      <p:sp>
        <p:nvSpPr>
          <p:cNvPr id="535" name="Google Shape;535;h4b8811ba7eb021ef_0_247"/>
          <p:cNvSpPr/>
          <p:nvPr/>
        </p:nvSpPr>
        <p:spPr>
          <a:xfrm>
            <a:off x="6415960"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536" name="Google Shape;536;h4b8811ba7eb021ef_0_247"/>
          <p:cNvSpPr/>
          <p:nvPr/>
        </p:nvSpPr>
        <p:spPr>
          <a:xfrm>
            <a:off x="6751285" y="63531"/>
            <a:ext cx="298800" cy="2376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Arial"/>
                <a:ea typeface="Arial"/>
                <a:cs typeface="Arial"/>
                <a:sym typeface="Arial"/>
              </a:rPr>
              <a:t>M </a:t>
            </a:r>
            <a:endParaRPr b="1" i="0" sz="900" u="none" cap="none" strike="noStrike">
              <a:solidFill>
                <a:srgbClr val="FFFFFF"/>
              </a:solidFill>
              <a:latin typeface="Arial"/>
              <a:ea typeface="Arial"/>
              <a:cs typeface="Arial"/>
              <a:sym typeface="Arial"/>
            </a:endParaRPr>
          </a:p>
        </p:txBody>
      </p:sp>
      <p:sp>
        <p:nvSpPr>
          <p:cNvPr id="537" name="Google Shape;537;h4b8811ba7eb021ef_0_247"/>
          <p:cNvSpPr/>
          <p:nvPr/>
        </p:nvSpPr>
        <p:spPr>
          <a:xfrm>
            <a:off x="708660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A</a:t>
            </a:r>
            <a:endParaRPr b="1" i="0" sz="900" u="none" cap="none" strike="noStrike">
              <a:solidFill>
                <a:srgbClr val="000000"/>
              </a:solidFill>
              <a:latin typeface="Arial"/>
              <a:ea typeface="Arial"/>
              <a:cs typeface="Arial"/>
              <a:sym typeface="Arial"/>
            </a:endParaRPr>
          </a:p>
        </p:txBody>
      </p:sp>
      <p:sp>
        <p:nvSpPr>
          <p:cNvPr id="538" name="Google Shape;538;h4b8811ba7eb021ef_0_247"/>
          <p:cNvSpPr/>
          <p:nvPr/>
        </p:nvSpPr>
        <p:spPr>
          <a:xfrm>
            <a:off x="742193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539" name="Google Shape;539;h4b8811ba7eb021ef_0_247"/>
          <p:cNvSpPr/>
          <p:nvPr/>
        </p:nvSpPr>
        <p:spPr>
          <a:xfrm>
            <a:off x="775725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V</a:t>
            </a:r>
            <a:endParaRPr b="1" i="0" sz="9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66"/>
          <p:cNvSpPr txBox="1"/>
          <p:nvPr>
            <p:ph type="ctrTitle"/>
          </p:nvPr>
        </p:nvSpPr>
        <p:spPr>
          <a:xfrm>
            <a:off x="1773500" y="1980025"/>
            <a:ext cx="5597100" cy="671100"/>
          </a:xfrm>
          <a:prstGeom prst="rect">
            <a:avLst/>
          </a:prstGeom>
          <a:noFill/>
          <a:ln>
            <a:noFill/>
          </a:ln>
        </p:spPr>
        <p:txBody>
          <a:bodyPr anchorCtr="0" anchor="b" bIns="0" lIns="0" spcFirstLastPara="1" rIns="0" wrap="square" tIns="0">
            <a:noAutofit/>
          </a:bodyPr>
          <a:lstStyle/>
          <a:p>
            <a:pPr indent="0" lvl="0" marL="0" rtl="0" algn="ctr">
              <a:lnSpc>
                <a:spcPct val="90000"/>
              </a:lnSpc>
              <a:spcBef>
                <a:spcPts val="0"/>
              </a:spcBef>
              <a:spcAft>
                <a:spcPts val="0"/>
              </a:spcAft>
              <a:buSzPts val="5200"/>
              <a:buNone/>
            </a:pPr>
            <a:r>
              <a:rPr lang="en"/>
              <a:t>ANALYZE</a:t>
            </a:r>
            <a:endParaRPr/>
          </a:p>
        </p:txBody>
      </p:sp>
      <p:sp>
        <p:nvSpPr>
          <p:cNvPr id="545" name="Google Shape;545;p66"/>
          <p:cNvSpPr txBox="1"/>
          <p:nvPr/>
        </p:nvSpPr>
        <p:spPr>
          <a:xfrm>
            <a:off x="686100" y="491800"/>
            <a:ext cx="1493700" cy="1488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200"/>
              <a:buFont typeface="Arial"/>
              <a:buNone/>
            </a:pPr>
            <a:r>
              <a:rPr b="1" i="0" lang="en" sz="7200" u="none" cap="none" strike="noStrike">
                <a:solidFill>
                  <a:schemeClr val="dk1"/>
                </a:solidFill>
                <a:latin typeface="Arial"/>
                <a:ea typeface="Arial"/>
                <a:cs typeface="Arial"/>
                <a:sym typeface="Arial"/>
              </a:rPr>
              <a:t>3</a:t>
            </a:r>
            <a:endParaRPr b="1" i="0" sz="7200" u="none" cap="none" strike="noStrike">
              <a:solidFill>
                <a:schemeClr val="dk1"/>
              </a:solidFill>
              <a:latin typeface="Arial"/>
              <a:ea typeface="Arial"/>
              <a:cs typeface="Arial"/>
              <a:sym typeface="Arial"/>
            </a:endParaRPr>
          </a:p>
        </p:txBody>
      </p:sp>
      <p:sp>
        <p:nvSpPr>
          <p:cNvPr id="546" name="Google Shape;546;p66"/>
          <p:cNvSpPr/>
          <p:nvPr/>
        </p:nvSpPr>
        <p:spPr>
          <a:xfrm>
            <a:off x="3315850" y="3236250"/>
            <a:ext cx="457200" cy="4572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D</a:t>
            </a:r>
            <a:endParaRPr b="0" i="0" sz="2000" u="none" cap="none" strike="noStrike">
              <a:solidFill>
                <a:srgbClr val="000000"/>
              </a:solidFill>
              <a:latin typeface="Arial"/>
              <a:ea typeface="Arial"/>
              <a:cs typeface="Arial"/>
              <a:sym typeface="Arial"/>
            </a:endParaRPr>
          </a:p>
        </p:txBody>
      </p:sp>
      <p:sp>
        <p:nvSpPr>
          <p:cNvPr id="547" name="Google Shape;547;p66"/>
          <p:cNvSpPr/>
          <p:nvPr/>
        </p:nvSpPr>
        <p:spPr>
          <a:xfrm>
            <a:off x="3829625" y="3236250"/>
            <a:ext cx="457200" cy="4572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M</a:t>
            </a:r>
            <a:endParaRPr b="0" i="0" sz="2000" u="none" cap="none" strike="noStrike">
              <a:solidFill>
                <a:srgbClr val="000000"/>
              </a:solidFill>
              <a:latin typeface="Arial"/>
              <a:ea typeface="Arial"/>
              <a:cs typeface="Arial"/>
              <a:sym typeface="Arial"/>
            </a:endParaRPr>
          </a:p>
        </p:txBody>
      </p:sp>
      <p:sp>
        <p:nvSpPr>
          <p:cNvPr id="548" name="Google Shape;548;p66"/>
          <p:cNvSpPr/>
          <p:nvPr/>
        </p:nvSpPr>
        <p:spPr>
          <a:xfrm>
            <a:off x="4343400" y="3236250"/>
            <a:ext cx="457200" cy="4572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FFFFFF"/>
                </a:solidFill>
                <a:latin typeface="Arial"/>
                <a:ea typeface="Arial"/>
                <a:cs typeface="Arial"/>
                <a:sym typeface="Arial"/>
              </a:rPr>
              <a:t>A</a:t>
            </a:r>
            <a:endParaRPr b="0" i="0" sz="2000" u="none" cap="none" strike="noStrike">
              <a:solidFill>
                <a:srgbClr val="FFFFFF"/>
              </a:solidFill>
              <a:latin typeface="Arial"/>
              <a:ea typeface="Arial"/>
              <a:cs typeface="Arial"/>
              <a:sym typeface="Arial"/>
            </a:endParaRPr>
          </a:p>
        </p:txBody>
      </p:sp>
      <p:sp>
        <p:nvSpPr>
          <p:cNvPr id="549" name="Google Shape;549;p66"/>
          <p:cNvSpPr/>
          <p:nvPr/>
        </p:nvSpPr>
        <p:spPr>
          <a:xfrm>
            <a:off x="4857175" y="3236250"/>
            <a:ext cx="457200" cy="4572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D</a:t>
            </a:r>
            <a:endParaRPr b="0" i="0" sz="2000" u="none" cap="none" strike="noStrike">
              <a:solidFill>
                <a:srgbClr val="000000"/>
              </a:solidFill>
              <a:latin typeface="Arial"/>
              <a:ea typeface="Arial"/>
              <a:cs typeface="Arial"/>
              <a:sym typeface="Arial"/>
            </a:endParaRPr>
          </a:p>
        </p:txBody>
      </p:sp>
      <p:sp>
        <p:nvSpPr>
          <p:cNvPr id="550" name="Google Shape;550;p66"/>
          <p:cNvSpPr/>
          <p:nvPr/>
        </p:nvSpPr>
        <p:spPr>
          <a:xfrm>
            <a:off x="5370950" y="3236250"/>
            <a:ext cx="457200" cy="4572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V</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g3ebe6aec563_0_13"/>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556" name="Google Shape;556;g3ebe6aec563_0_13"/>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557" name="Google Shape;557;g3ebe6aec563_0_13"/>
          <p:cNvSpPr/>
          <p:nvPr/>
        </p:nvSpPr>
        <p:spPr>
          <a:xfrm>
            <a:off x="6415960"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558" name="Google Shape;558;g3ebe6aec563_0_13"/>
          <p:cNvSpPr/>
          <p:nvPr/>
        </p:nvSpPr>
        <p:spPr>
          <a:xfrm>
            <a:off x="675128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M </a:t>
            </a:r>
            <a:endParaRPr b="1" i="0" sz="900" u="none" cap="none" strike="noStrike">
              <a:solidFill>
                <a:srgbClr val="000000"/>
              </a:solidFill>
              <a:latin typeface="Arial"/>
              <a:ea typeface="Arial"/>
              <a:cs typeface="Arial"/>
              <a:sym typeface="Arial"/>
            </a:endParaRPr>
          </a:p>
        </p:txBody>
      </p:sp>
      <p:sp>
        <p:nvSpPr>
          <p:cNvPr id="559" name="Google Shape;559;g3ebe6aec563_0_13"/>
          <p:cNvSpPr/>
          <p:nvPr/>
        </p:nvSpPr>
        <p:spPr>
          <a:xfrm>
            <a:off x="7086609" y="63531"/>
            <a:ext cx="298800" cy="2376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Arial"/>
                <a:ea typeface="Arial"/>
                <a:cs typeface="Arial"/>
                <a:sym typeface="Arial"/>
              </a:rPr>
              <a:t>A</a:t>
            </a:r>
            <a:endParaRPr b="1" i="0" sz="900" u="none" cap="none" strike="noStrike">
              <a:solidFill>
                <a:srgbClr val="FFFFFF"/>
              </a:solidFill>
              <a:latin typeface="Arial"/>
              <a:ea typeface="Arial"/>
              <a:cs typeface="Arial"/>
              <a:sym typeface="Arial"/>
            </a:endParaRPr>
          </a:p>
        </p:txBody>
      </p:sp>
      <p:sp>
        <p:nvSpPr>
          <p:cNvPr id="560" name="Google Shape;560;g3ebe6aec563_0_13"/>
          <p:cNvSpPr/>
          <p:nvPr/>
        </p:nvSpPr>
        <p:spPr>
          <a:xfrm>
            <a:off x="742193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561" name="Google Shape;561;g3ebe6aec563_0_13"/>
          <p:cNvSpPr/>
          <p:nvPr/>
        </p:nvSpPr>
        <p:spPr>
          <a:xfrm>
            <a:off x="775725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V</a:t>
            </a:r>
            <a:endParaRPr b="1" i="0" sz="900" u="none" cap="none" strike="noStrike">
              <a:solidFill>
                <a:srgbClr val="000000"/>
              </a:solidFill>
              <a:latin typeface="Arial"/>
              <a:ea typeface="Arial"/>
              <a:cs typeface="Arial"/>
              <a:sym typeface="Arial"/>
            </a:endParaRPr>
          </a:p>
        </p:txBody>
      </p:sp>
      <p:sp>
        <p:nvSpPr>
          <p:cNvPr id="562" name="Google Shape;562;g3ebe6aec563_0_13"/>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g3ebe6aec563_0_13"/>
          <p:cNvSpPr txBox="1"/>
          <p:nvPr>
            <p:ph type="title"/>
          </p:nvPr>
        </p:nvSpPr>
        <p:spPr>
          <a:xfrm>
            <a:off x="883375" y="683600"/>
            <a:ext cx="68739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sz="3100"/>
              <a:t>Identify Potential Concepts</a:t>
            </a:r>
            <a:endParaRPr sz="31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g3f5fa1cf4e5_0_19"/>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569" name="Google Shape;569;g3f5fa1cf4e5_0_19"/>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570" name="Google Shape;570;g3f5fa1cf4e5_0_19"/>
          <p:cNvSpPr/>
          <p:nvPr/>
        </p:nvSpPr>
        <p:spPr>
          <a:xfrm>
            <a:off x="6415960"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571" name="Google Shape;571;g3f5fa1cf4e5_0_19"/>
          <p:cNvSpPr/>
          <p:nvPr/>
        </p:nvSpPr>
        <p:spPr>
          <a:xfrm>
            <a:off x="675128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M </a:t>
            </a:r>
            <a:endParaRPr b="1" i="0" sz="900" u="none" cap="none" strike="noStrike">
              <a:solidFill>
                <a:srgbClr val="000000"/>
              </a:solidFill>
              <a:latin typeface="Arial"/>
              <a:ea typeface="Arial"/>
              <a:cs typeface="Arial"/>
              <a:sym typeface="Arial"/>
            </a:endParaRPr>
          </a:p>
        </p:txBody>
      </p:sp>
      <p:sp>
        <p:nvSpPr>
          <p:cNvPr id="572" name="Google Shape;572;g3f5fa1cf4e5_0_19"/>
          <p:cNvSpPr/>
          <p:nvPr/>
        </p:nvSpPr>
        <p:spPr>
          <a:xfrm>
            <a:off x="7086609" y="63531"/>
            <a:ext cx="298800" cy="2376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Arial"/>
                <a:ea typeface="Arial"/>
                <a:cs typeface="Arial"/>
                <a:sym typeface="Arial"/>
              </a:rPr>
              <a:t>A</a:t>
            </a:r>
            <a:endParaRPr b="1" i="0" sz="900" u="none" cap="none" strike="noStrike">
              <a:solidFill>
                <a:srgbClr val="FFFFFF"/>
              </a:solidFill>
              <a:latin typeface="Arial"/>
              <a:ea typeface="Arial"/>
              <a:cs typeface="Arial"/>
              <a:sym typeface="Arial"/>
            </a:endParaRPr>
          </a:p>
        </p:txBody>
      </p:sp>
      <p:sp>
        <p:nvSpPr>
          <p:cNvPr id="573" name="Google Shape;573;g3f5fa1cf4e5_0_19"/>
          <p:cNvSpPr/>
          <p:nvPr/>
        </p:nvSpPr>
        <p:spPr>
          <a:xfrm>
            <a:off x="742193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574" name="Google Shape;574;g3f5fa1cf4e5_0_19"/>
          <p:cNvSpPr/>
          <p:nvPr/>
        </p:nvSpPr>
        <p:spPr>
          <a:xfrm>
            <a:off x="775725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V</a:t>
            </a:r>
            <a:endParaRPr b="1" i="0" sz="900" u="none" cap="none" strike="noStrike">
              <a:solidFill>
                <a:srgbClr val="000000"/>
              </a:solidFill>
              <a:latin typeface="Arial"/>
              <a:ea typeface="Arial"/>
              <a:cs typeface="Arial"/>
              <a:sym typeface="Arial"/>
            </a:endParaRPr>
          </a:p>
        </p:txBody>
      </p:sp>
      <p:sp>
        <p:nvSpPr>
          <p:cNvPr id="575" name="Google Shape;575;g3f5fa1cf4e5_0_19"/>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g3f5fa1cf4e5_0_19"/>
          <p:cNvSpPr txBox="1"/>
          <p:nvPr>
            <p:ph type="title"/>
          </p:nvPr>
        </p:nvSpPr>
        <p:spPr>
          <a:xfrm>
            <a:off x="883375" y="683600"/>
            <a:ext cx="68739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sz="3000"/>
              <a:t>Prioritize Potential Concepts</a:t>
            </a:r>
            <a:endParaRPr sz="3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g3f60f3aea86_0_72"/>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582" name="Google Shape;582;g3f60f3aea86_0_72"/>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583" name="Google Shape;583;g3f60f3aea86_0_72"/>
          <p:cNvSpPr/>
          <p:nvPr/>
        </p:nvSpPr>
        <p:spPr>
          <a:xfrm>
            <a:off x="6415960"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584" name="Google Shape;584;g3f60f3aea86_0_72"/>
          <p:cNvSpPr/>
          <p:nvPr/>
        </p:nvSpPr>
        <p:spPr>
          <a:xfrm>
            <a:off x="675128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M </a:t>
            </a:r>
            <a:endParaRPr b="1" i="0" sz="900" u="none" cap="none" strike="noStrike">
              <a:solidFill>
                <a:srgbClr val="000000"/>
              </a:solidFill>
              <a:latin typeface="Arial"/>
              <a:ea typeface="Arial"/>
              <a:cs typeface="Arial"/>
              <a:sym typeface="Arial"/>
            </a:endParaRPr>
          </a:p>
        </p:txBody>
      </p:sp>
      <p:sp>
        <p:nvSpPr>
          <p:cNvPr id="585" name="Google Shape;585;g3f60f3aea86_0_72"/>
          <p:cNvSpPr/>
          <p:nvPr/>
        </p:nvSpPr>
        <p:spPr>
          <a:xfrm>
            <a:off x="7086609" y="63531"/>
            <a:ext cx="298800" cy="2376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Arial"/>
                <a:ea typeface="Arial"/>
                <a:cs typeface="Arial"/>
                <a:sym typeface="Arial"/>
              </a:rPr>
              <a:t>A</a:t>
            </a:r>
            <a:endParaRPr b="1" i="0" sz="900" u="none" cap="none" strike="noStrike">
              <a:solidFill>
                <a:srgbClr val="FFFFFF"/>
              </a:solidFill>
              <a:latin typeface="Arial"/>
              <a:ea typeface="Arial"/>
              <a:cs typeface="Arial"/>
              <a:sym typeface="Arial"/>
            </a:endParaRPr>
          </a:p>
        </p:txBody>
      </p:sp>
      <p:sp>
        <p:nvSpPr>
          <p:cNvPr id="586" name="Google Shape;586;g3f60f3aea86_0_72"/>
          <p:cNvSpPr/>
          <p:nvPr/>
        </p:nvSpPr>
        <p:spPr>
          <a:xfrm>
            <a:off x="742193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587" name="Google Shape;587;g3f60f3aea86_0_72"/>
          <p:cNvSpPr/>
          <p:nvPr/>
        </p:nvSpPr>
        <p:spPr>
          <a:xfrm>
            <a:off x="775725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V</a:t>
            </a:r>
            <a:endParaRPr b="1" i="0" sz="900" u="none" cap="none" strike="noStrike">
              <a:solidFill>
                <a:srgbClr val="000000"/>
              </a:solidFill>
              <a:latin typeface="Arial"/>
              <a:ea typeface="Arial"/>
              <a:cs typeface="Arial"/>
              <a:sym typeface="Arial"/>
            </a:endParaRPr>
          </a:p>
        </p:txBody>
      </p:sp>
      <p:sp>
        <p:nvSpPr>
          <p:cNvPr id="588" name="Google Shape;588;g3f60f3aea86_0_72"/>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g3f60f3aea86_0_72"/>
          <p:cNvSpPr txBox="1"/>
          <p:nvPr>
            <p:ph type="title"/>
          </p:nvPr>
        </p:nvSpPr>
        <p:spPr>
          <a:xfrm>
            <a:off x="883375" y="683600"/>
            <a:ext cx="68739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sz="3000"/>
              <a:t>Identify Winning Concept</a:t>
            </a:r>
            <a:endParaRPr sz="30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gcb4749a3c8_0_427"/>
          <p:cNvSpPr txBox="1"/>
          <p:nvPr>
            <p:ph type="ctrTitle"/>
          </p:nvPr>
        </p:nvSpPr>
        <p:spPr>
          <a:xfrm>
            <a:off x="1773500" y="1980025"/>
            <a:ext cx="5597100" cy="671100"/>
          </a:xfrm>
          <a:prstGeom prst="rect">
            <a:avLst/>
          </a:prstGeom>
          <a:noFill/>
          <a:ln>
            <a:noFill/>
          </a:ln>
        </p:spPr>
        <p:txBody>
          <a:bodyPr anchorCtr="0" anchor="b" bIns="0" lIns="0" spcFirstLastPara="1" rIns="0" wrap="square" tIns="0">
            <a:noAutofit/>
          </a:bodyPr>
          <a:lstStyle/>
          <a:p>
            <a:pPr indent="0" lvl="0" marL="0" rtl="0" algn="ctr">
              <a:lnSpc>
                <a:spcPct val="90000"/>
              </a:lnSpc>
              <a:spcBef>
                <a:spcPts val="0"/>
              </a:spcBef>
              <a:spcAft>
                <a:spcPts val="0"/>
              </a:spcAft>
              <a:buSzPts val="5200"/>
              <a:buNone/>
            </a:pPr>
            <a:r>
              <a:rPr lang="en"/>
              <a:t>DESIGN</a:t>
            </a:r>
            <a:endParaRPr/>
          </a:p>
        </p:txBody>
      </p:sp>
      <p:sp>
        <p:nvSpPr>
          <p:cNvPr id="595" name="Google Shape;595;gcb4749a3c8_0_427"/>
          <p:cNvSpPr txBox="1"/>
          <p:nvPr/>
        </p:nvSpPr>
        <p:spPr>
          <a:xfrm>
            <a:off x="686100" y="491800"/>
            <a:ext cx="1493700" cy="1488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200"/>
              <a:buFont typeface="Arial"/>
              <a:buNone/>
            </a:pPr>
            <a:r>
              <a:rPr b="1" i="0" lang="en" sz="7200" u="none" cap="none" strike="noStrike">
                <a:solidFill>
                  <a:schemeClr val="dk1"/>
                </a:solidFill>
                <a:latin typeface="Arial"/>
                <a:ea typeface="Arial"/>
                <a:cs typeface="Arial"/>
                <a:sym typeface="Arial"/>
              </a:rPr>
              <a:t>4</a:t>
            </a:r>
            <a:endParaRPr b="1" i="0" sz="7200" u="none" cap="none" strike="noStrike">
              <a:solidFill>
                <a:schemeClr val="dk1"/>
              </a:solidFill>
              <a:latin typeface="Arial"/>
              <a:ea typeface="Arial"/>
              <a:cs typeface="Arial"/>
              <a:sym typeface="Arial"/>
            </a:endParaRPr>
          </a:p>
        </p:txBody>
      </p:sp>
      <p:sp>
        <p:nvSpPr>
          <p:cNvPr id="596" name="Google Shape;596;gcb4749a3c8_0_427"/>
          <p:cNvSpPr/>
          <p:nvPr/>
        </p:nvSpPr>
        <p:spPr>
          <a:xfrm>
            <a:off x="3315850" y="3236250"/>
            <a:ext cx="457200" cy="4572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D</a:t>
            </a:r>
            <a:endParaRPr b="0" i="0" sz="2000" u="none" cap="none" strike="noStrike">
              <a:solidFill>
                <a:srgbClr val="000000"/>
              </a:solidFill>
              <a:latin typeface="Arial"/>
              <a:ea typeface="Arial"/>
              <a:cs typeface="Arial"/>
              <a:sym typeface="Arial"/>
            </a:endParaRPr>
          </a:p>
        </p:txBody>
      </p:sp>
      <p:sp>
        <p:nvSpPr>
          <p:cNvPr id="597" name="Google Shape;597;gcb4749a3c8_0_427"/>
          <p:cNvSpPr/>
          <p:nvPr/>
        </p:nvSpPr>
        <p:spPr>
          <a:xfrm>
            <a:off x="3829625" y="3236250"/>
            <a:ext cx="457200" cy="4572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M</a:t>
            </a:r>
            <a:endParaRPr b="0" i="0" sz="2000" u="none" cap="none" strike="noStrike">
              <a:solidFill>
                <a:srgbClr val="000000"/>
              </a:solidFill>
              <a:latin typeface="Arial"/>
              <a:ea typeface="Arial"/>
              <a:cs typeface="Arial"/>
              <a:sym typeface="Arial"/>
            </a:endParaRPr>
          </a:p>
        </p:txBody>
      </p:sp>
      <p:sp>
        <p:nvSpPr>
          <p:cNvPr id="598" name="Google Shape;598;gcb4749a3c8_0_427"/>
          <p:cNvSpPr/>
          <p:nvPr/>
        </p:nvSpPr>
        <p:spPr>
          <a:xfrm>
            <a:off x="4343400" y="3236250"/>
            <a:ext cx="457200" cy="4572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A</a:t>
            </a:r>
            <a:endParaRPr b="0" i="0" sz="2000" u="none" cap="none" strike="noStrike">
              <a:solidFill>
                <a:srgbClr val="000000"/>
              </a:solidFill>
              <a:latin typeface="Arial"/>
              <a:ea typeface="Arial"/>
              <a:cs typeface="Arial"/>
              <a:sym typeface="Arial"/>
            </a:endParaRPr>
          </a:p>
        </p:txBody>
      </p:sp>
      <p:sp>
        <p:nvSpPr>
          <p:cNvPr id="599" name="Google Shape;599;gcb4749a3c8_0_427"/>
          <p:cNvSpPr/>
          <p:nvPr/>
        </p:nvSpPr>
        <p:spPr>
          <a:xfrm>
            <a:off x="4857175" y="3236250"/>
            <a:ext cx="457200" cy="4572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FFFFFF"/>
                </a:solidFill>
                <a:latin typeface="Arial"/>
                <a:ea typeface="Arial"/>
                <a:cs typeface="Arial"/>
                <a:sym typeface="Arial"/>
              </a:rPr>
              <a:t>D</a:t>
            </a:r>
            <a:endParaRPr b="0" i="0" sz="2000" u="none" cap="none" strike="noStrike">
              <a:solidFill>
                <a:srgbClr val="FFFFFF"/>
              </a:solidFill>
              <a:latin typeface="Arial"/>
              <a:ea typeface="Arial"/>
              <a:cs typeface="Arial"/>
              <a:sym typeface="Arial"/>
            </a:endParaRPr>
          </a:p>
        </p:txBody>
      </p:sp>
      <p:sp>
        <p:nvSpPr>
          <p:cNvPr id="600" name="Google Shape;600;gcb4749a3c8_0_427"/>
          <p:cNvSpPr/>
          <p:nvPr/>
        </p:nvSpPr>
        <p:spPr>
          <a:xfrm>
            <a:off x="5370950" y="3236250"/>
            <a:ext cx="457200" cy="4572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V</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g3f65400508e_0_0"/>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606" name="Google Shape;606;g3f65400508e_0_0"/>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607" name="Google Shape;607;g3f65400508e_0_0"/>
          <p:cNvSpPr/>
          <p:nvPr/>
        </p:nvSpPr>
        <p:spPr>
          <a:xfrm>
            <a:off x="6415960"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608" name="Google Shape;608;g3f65400508e_0_0"/>
          <p:cNvSpPr/>
          <p:nvPr/>
        </p:nvSpPr>
        <p:spPr>
          <a:xfrm>
            <a:off x="675128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M </a:t>
            </a:r>
            <a:endParaRPr b="1" i="0" sz="900" u="none" cap="none" strike="noStrike">
              <a:solidFill>
                <a:srgbClr val="000000"/>
              </a:solidFill>
              <a:latin typeface="Arial"/>
              <a:ea typeface="Arial"/>
              <a:cs typeface="Arial"/>
              <a:sym typeface="Arial"/>
            </a:endParaRPr>
          </a:p>
        </p:txBody>
      </p:sp>
      <p:sp>
        <p:nvSpPr>
          <p:cNvPr id="609" name="Google Shape;609;g3f65400508e_0_0"/>
          <p:cNvSpPr/>
          <p:nvPr/>
        </p:nvSpPr>
        <p:spPr>
          <a:xfrm>
            <a:off x="708660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A</a:t>
            </a:r>
            <a:endParaRPr b="1" i="0" sz="900" u="none" cap="none" strike="noStrike">
              <a:solidFill>
                <a:srgbClr val="000000"/>
              </a:solidFill>
              <a:latin typeface="Arial"/>
              <a:ea typeface="Arial"/>
              <a:cs typeface="Arial"/>
              <a:sym typeface="Arial"/>
            </a:endParaRPr>
          </a:p>
        </p:txBody>
      </p:sp>
      <p:sp>
        <p:nvSpPr>
          <p:cNvPr id="610" name="Google Shape;610;g3f65400508e_0_0"/>
          <p:cNvSpPr/>
          <p:nvPr/>
        </p:nvSpPr>
        <p:spPr>
          <a:xfrm>
            <a:off x="7421935" y="63531"/>
            <a:ext cx="298800" cy="2376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Arial"/>
                <a:ea typeface="Arial"/>
                <a:cs typeface="Arial"/>
                <a:sym typeface="Arial"/>
              </a:rPr>
              <a:t>D</a:t>
            </a:r>
            <a:endParaRPr b="1" i="0" sz="900" u="none" cap="none" strike="noStrike">
              <a:solidFill>
                <a:srgbClr val="FFFFFF"/>
              </a:solidFill>
              <a:latin typeface="Arial"/>
              <a:ea typeface="Arial"/>
              <a:cs typeface="Arial"/>
              <a:sym typeface="Arial"/>
            </a:endParaRPr>
          </a:p>
        </p:txBody>
      </p:sp>
      <p:sp>
        <p:nvSpPr>
          <p:cNvPr id="611" name="Google Shape;611;g3f65400508e_0_0"/>
          <p:cNvSpPr/>
          <p:nvPr/>
        </p:nvSpPr>
        <p:spPr>
          <a:xfrm>
            <a:off x="775725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V</a:t>
            </a:r>
            <a:endParaRPr b="1" i="0" sz="900" u="none" cap="none" strike="noStrike">
              <a:solidFill>
                <a:srgbClr val="000000"/>
              </a:solidFill>
              <a:latin typeface="Arial"/>
              <a:ea typeface="Arial"/>
              <a:cs typeface="Arial"/>
              <a:sym typeface="Arial"/>
            </a:endParaRPr>
          </a:p>
        </p:txBody>
      </p:sp>
      <p:sp>
        <p:nvSpPr>
          <p:cNvPr id="612" name="Google Shape;612;g3f65400508e_0_0"/>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g3f65400508e_0_0"/>
          <p:cNvSpPr txBox="1"/>
          <p:nvPr>
            <p:ph type="title"/>
          </p:nvPr>
        </p:nvSpPr>
        <p:spPr>
          <a:xfrm>
            <a:off x="883375" y="683600"/>
            <a:ext cx="68739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sz="3100"/>
              <a:t>Identify Critical Factors (Xs)</a:t>
            </a:r>
            <a:endParaRPr sz="31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h4b8811ba7eb021ef_0_259"/>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619" name="Google Shape;619;h4b8811ba7eb021ef_0_259"/>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620" name="Google Shape;620;h4b8811ba7eb021ef_0_259"/>
          <p:cNvSpPr/>
          <p:nvPr/>
        </p:nvSpPr>
        <p:spPr>
          <a:xfrm>
            <a:off x="6415960"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621" name="Google Shape;621;h4b8811ba7eb021ef_0_259"/>
          <p:cNvSpPr/>
          <p:nvPr/>
        </p:nvSpPr>
        <p:spPr>
          <a:xfrm>
            <a:off x="675128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M </a:t>
            </a:r>
            <a:endParaRPr b="1" i="0" sz="900" u="none" cap="none" strike="noStrike">
              <a:solidFill>
                <a:srgbClr val="000000"/>
              </a:solidFill>
              <a:latin typeface="Arial"/>
              <a:ea typeface="Arial"/>
              <a:cs typeface="Arial"/>
              <a:sym typeface="Arial"/>
            </a:endParaRPr>
          </a:p>
        </p:txBody>
      </p:sp>
      <p:sp>
        <p:nvSpPr>
          <p:cNvPr id="622" name="Google Shape;622;h4b8811ba7eb021ef_0_259"/>
          <p:cNvSpPr/>
          <p:nvPr/>
        </p:nvSpPr>
        <p:spPr>
          <a:xfrm>
            <a:off x="708660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A</a:t>
            </a:r>
            <a:endParaRPr b="1" i="0" sz="900" u="none" cap="none" strike="noStrike">
              <a:solidFill>
                <a:srgbClr val="000000"/>
              </a:solidFill>
              <a:latin typeface="Arial"/>
              <a:ea typeface="Arial"/>
              <a:cs typeface="Arial"/>
              <a:sym typeface="Arial"/>
            </a:endParaRPr>
          </a:p>
        </p:txBody>
      </p:sp>
      <p:sp>
        <p:nvSpPr>
          <p:cNvPr id="623" name="Google Shape;623;h4b8811ba7eb021ef_0_259"/>
          <p:cNvSpPr/>
          <p:nvPr/>
        </p:nvSpPr>
        <p:spPr>
          <a:xfrm>
            <a:off x="7421935" y="63531"/>
            <a:ext cx="298800" cy="2376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Arial"/>
                <a:ea typeface="Arial"/>
                <a:cs typeface="Arial"/>
                <a:sym typeface="Arial"/>
              </a:rPr>
              <a:t>D</a:t>
            </a:r>
            <a:endParaRPr b="1" i="0" sz="900" u="none" cap="none" strike="noStrike">
              <a:solidFill>
                <a:srgbClr val="FFFFFF"/>
              </a:solidFill>
              <a:latin typeface="Arial"/>
              <a:ea typeface="Arial"/>
              <a:cs typeface="Arial"/>
              <a:sym typeface="Arial"/>
            </a:endParaRPr>
          </a:p>
        </p:txBody>
      </p:sp>
      <p:sp>
        <p:nvSpPr>
          <p:cNvPr id="624" name="Google Shape;624;h4b8811ba7eb021ef_0_259"/>
          <p:cNvSpPr/>
          <p:nvPr/>
        </p:nvSpPr>
        <p:spPr>
          <a:xfrm>
            <a:off x="775725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V</a:t>
            </a:r>
            <a:endParaRPr b="1" i="0" sz="900" u="none" cap="none" strike="noStrike">
              <a:solidFill>
                <a:srgbClr val="000000"/>
              </a:solidFill>
              <a:latin typeface="Arial"/>
              <a:ea typeface="Arial"/>
              <a:cs typeface="Arial"/>
              <a:sym typeface="Arial"/>
            </a:endParaRPr>
          </a:p>
        </p:txBody>
      </p:sp>
      <p:sp>
        <p:nvSpPr>
          <p:cNvPr id="625" name="Google Shape;625;h4b8811ba7eb021ef_0_259"/>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h4b8811ba7eb021ef_0_259"/>
          <p:cNvSpPr txBox="1"/>
          <p:nvPr>
            <p:ph type="title"/>
          </p:nvPr>
        </p:nvSpPr>
        <p:spPr>
          <a:xfrm>
            <a:off x="883375" y="683600"/>
            <a:ext cx="68739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sz="3100"/>
              <a:t>Model Process</a:t>
            </a:r>
            <a:endParaRPr sz="31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h4b8811ba7eb021ef_0_271"/>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632" name="Google Shape;632;h4b8811ba7eb021ef_0_271"/>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633" name="Google Shape;633;h4b8811ba7eb021ef_0_271"/>
          <p:cNvSpPr/>
          <p:nvPr/>
        </p:nvSpPr>
        <p:spPr>
          <a:xfrm>
            <a:off x="6415960"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634" name="Google Shape;634;h4b8811ba7eb021ef_0_271"/>
          <p:cNvSpPr/>
          <p:nvPr/>
        </p:nvSpPr>
        <p:spPr>
          <a:xfrm>
            <a:off x="675128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M </a:t>
            </a:r>
            <a:endParaRPr b="1" i="0" sz="900" u="none" cap="none" strike="noStrike">
              <a:solidFill>
                <a:srgbClr val="000000"/>
              </a:solidFill>
              <a:latin typeface="Arial"/>
              <a:ea typeface="Arial"/>
              <a:cs typeface="Arial"/>
              <a:sym typeface="Arial"/>
            </a:endParaRPr>
          </a:p>
        </p:txBody>
      </p:sp>
      <p:sp>
        <p:nvSpPr>
          <p:cNvPr id="635" name="Google Shape;635;h4b8811ba7eb021ef_0_271"/>
          <p:cNvSpPr/>
          <p:nvPr/>
        </p:nvSpPr>
        <p:spPr>
          <a:xfrm>
            <a:off x="708660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A</a:t>
            </a:r>
            <a:endParaRPr b="1" i="0" sz="900" u="none" cap="none" strike="noStrike">
              <a:solidFill>
                <a:srgbClr val="000000"/>
              </a:solidFill>
              <a:latin typeface="Arial"/>
              <a:ea typeface="Arial"/>
              <a:cs typeface="Arial"/>
              <a:sym typeface="Arial"/>
            </a:endParaRPr>
          </a:p>
        </p:txBody>
      </p:sp>
      <p:sp>
        <p:nvSpPr>
          <p:cNvPr id="636" name="Google Shape;636;h4b8811ba7eb021ef_0_271"/>
          <p:cNvSpPr/>
          <p:nvPr/>
        </p:nvSpPr>
        <p:spPr>
          <a:xfrm>
            <a:off x="7421935" y="63531"/>
            <a:ext cx="298800" cy="2376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Arial"/>
                <a:ea typeface="Arial"/>
                <a:cs typeface="Arial"/>
                <a:sym typeface="Arial"/>
              </a:rPr>
              <a:t>D</a:t>
            </a:r>
            <a:endParaRPr b="1" i="0" sz="900" u="none" cap="none" strike="noStrike">
              <a:solidFill>
                <a:srgbClr val="FFFFFF"/>
              </a:solidFill>
              <a:latin typeface="Arial"/>
              <a:ea typeface="Arial"/>
              <a:cs typeface="Arial"/>
              <a:sym typeface="Arial"/>
            </a:endParaRPr>
          </a:p>
        </p:txBody>
      </p:sp>
      <p:sp>
        <p:nvSpPr>
          <p:cNvPr id="637" name="Google Shape;637;h4b8811ba7eb021ef_0_271"/>
          <p:cNvSpPr/>
          <p:nvPr/>
        </p:nvSpPr>
        <p:spPr>
          <a:xfrm>
            <a:off x="775725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V</a:t>
            </a:r>
            <a:endParaRPr b="1" i="0" sz="900" u="none" cap="none" strike="noStrike">
              <a:solidFill>
                <a:srgbClr val="000000"/>
              </a:solidFill>
              <a:latin typeface="Arial"/>
              <a:ea typeface="Arial"/>
              <a:cs typeface="Arial"/>
              <a:sym typeface="Arial"/>
            </a:endParaRPr>
          </a:p>
        </p:txBody>
      </p:sp>
      <p:sp>
        <p:nvSpPr>
          <p:cNvPr id="638" name="Google Shape;638;h4b8811ba7eb021ef_0_271"/>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h4b8811ba7eb021ef_0_271"/>
          <p:cNvSpPr txBox="1"/>
          <p:nvPr>
            <p:ph type="title"/>
          </p:nvPr>
        </p:nvSpPr>
        <p:spPr>
          <a:xfrm>
            <a:off x="883375" y="683600"/>
            <a:ext cx="68739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sz="3100"/>
              <a:t>Optimize Process</a:t>
            </a:r>
            <a:endParaRPr sz="31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gfbd7e71dad_1_557"/>
          <p:cNvSpPr txBox="1"/>
          <p:nvPr>
            <p:ph type="ctrTitle"/>
          </p:nvPr>
        </p:nvSpPr>
        <p:spPr>
          <a:xfrm>
            <a:off x="1773500" y="1980025"/>
            <a:ext cx="5597100" cy="671100"/>
          </a:xfrm>
          <a:prstGeom prst="rect">
            <a:avLst/>
          </a:prstGeom>
          <a:noFill/>
          <a:ln>
            <a:noFill/>
          </a:ln>
        </p:spPr>
        <p:txBody>
          <a:bodyPr anchorCtr="0" anchor="b" bIns="0" lIns="0" spcFirstLastPara="1" rIns="0" wrap="square" tIns="0">
            <a:noAutofit/>
          </a:bodyPr>
          <a:lstStyle/>
          <a:p>
            <a:pPr indent="0" lvl="0" marL="0" rtl="0" algn="ctr">
              <a:lnSpc>
                <a:spcPct val="90000"/>
              </a:lnSpc>
              <a:spcBef>
                <a:spcPts val="0"/>
              </a:spcBef>
              <a:spcAft>
                <a:spcPts val="0"/>
              </a:spcAft>
              <a:buSzPts val="5200"/>
              <a:buNone/>
            </a:pPr>
            <a:r>
              <a:rPr lang="en"/>
              <a:t>VERIFY</a:t>
            </a:r>
            <a:endParaRPr/>
          </a:p>
        </p:txBody>
      </p:sp>
      <p:sp>
        <p:nvSpPr>
          <p:cNvPr id="645" name="Google Shape;645;gfbd7e71dad_1_557"/>
          <p:cNvSpPr txBox="1"/>
          <p:nvPr/>
        </p:nvSpPr>
        <p:spPr>
          <a:xfrm>
            <a:off x="686100" y="491800"/>
            <a:ext cx="1493700" cy="1488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200"/>
              <a:buFont typeface="Arial"/>
              <a:buNone/>
            </a:pPr>
            <a:r>
              <a:rPr b="1" i="0" lang="en" sz="7200" u="none" cap="none" strike="noStrike">
                <a:solidFill>
                  <a:schemeClr val="dk1"/>
                </a:solidFill>
                <a:latin typeface="Arial"/>
                <a:ea typeface="Arial"/>
                <a:cs typeface="Arial"/>
                <a:sym typeface="Arial"/>
              </a:rPr>
              <a:t>5</a:t>
            </a:r>
            <a:endParaRPr b="1" i="0" sz="7200" u="none" cap="none" strike="noStrike">
              <a:solidFill>
                <a:schemeClr val="dk1"/>
              </a:solidFill>
              <a:latin typeface="Arial"/>
              <a:ea typeface="Arial"/>
              <a:cs typeface="Arial"/>
              <a:sym typeface="Arial"/>
            </a:endParaRPr>
          </a:p>
        </p:txBody>
      </p:sp>
      <p:sp>
        <p:nvSpPr>
          <p:cNvPr id="646" name="Google Shape;646;gfbd7e71dad_1_557"/>
          <p:cNvSpPr/>
          <p:nvPr/>
        </p:nvSpPr>
        <p:spPr>
          <a:xfrm>
            <a:off x="3315850" y="3236250"/>
            <a:ext cx="457200" cy="4572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D</a:t>
            </a:r>
            <a:endParaRPr b="0" i="0" sz="2000" u="none" cap="none" strike="noStrike">
              <a:solidFill>
                <a:srgbClr val="000000"/>
              </a:solidFill>
              <a:latin typeface="Arial"/>
              <a:ea typeface="Arial"/>
              <a:cs typeface="Arial"/>
              <a:sym typeface="Arial"/>
            </a:endParaRPr>
          </a:p>
        </p:txBody>
      </p:sp>
      <p:sp>
        <p:nvSpPr>
          <p:cNvPr id="647" name="Google Shape;647;gfbd7e71dad_1_557"/>
          <p:cNvSpPr/>
          <p:nvPr/>
        </p:nvSpPr>
        <p:spPr>
          <a:xfrm>
            <a:off x="3829625" y="3236250"/>
            <a:ext cx="457200" cy="4572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M</a:t>
            </a:r>
            <a:endParaRPr b="0" i="0" sz="2000" u="none" cap="none" strike="noStrike">
              <a:solidFill>
                <a:srgbClr val="000000"/>
              </a:solidFill>
              <a:latin typeface="Arial"/>
              <a:ea typeface="Arial"/>
              <a:cs typeface="Arial"/>
              <a:sym typeface="Arial"/>
            </a:endParaRPr>
          </a:p>
        </p:txBody>
      </p:sp>
      <p:sp>
        <p:nvSpPr>
          <p:cNvPr id="648" name="Google Shape;648;gfbd7e71dad_1_557"/>
          <p:cNvSpPr/>
          <p:nvPr/>
        </p:nvSpPr>
        <p:spPr>
          <a:xfrm>
            <a:off x="4343400" y="3236250"/>
            <a:ext cx="457200" cy="4572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A</a:t>
            </a:r>
            <a:endParaRPr b="0" i="0" sz="2000" u="none" cap="none" strike="noStrike">
              <a:solidFill>
                <a:srgbClr val="000000"/>
              </a:solidFill>
              <a:latin typeface="Arial"/>
              <a:ea typeface="Arial"/>
              <a:cs typeface="Arial"/>
              <a:sym typeface="Arial"/>
            </a:endParaRPr>
          </a:p>
        </p:txBody>
      </p:sp>
      <p:sp>
        <p:nvSpPr>
          <p:cNvPr id="649" name="Google Shape;649;gfbd7e71dad_1_557"/>
          <p:cNvSpPr/>
          <p:nvPr/>
        </p:nvSpPr>
        <p:spPr>
          <a:xfrm>
            <a:off x="4857175" y="3236250"/>
            <a:ext cx="457200" cy="4572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D</a:t>
            </a:r>
            <a:endParaRPr b="0" i="0" sz="2000" u="none" cap="none" strike="noStrike">
              <a:solidFill>
                <a:srgbClr val="000000"/>
              </a:solidFill>
              <a:latin typeface="Arial"/>
              <a:ea typeface="Arial"/>
              <a:cs typeface="Arial"/>
              <a:sym typeface="Arial"/>
            </a:endParaRPr>
          </a:p>
        </p:txBody>
      </p:sp>
      <p:sp>
        <p:nvSpPr>
          <p:cNvPr id="650" name="Google Shape;650;gfbd7e71dad_1_557"/>
          <p:cNvSpPr/>
          <p:nvPr/>
        </p:nvSpPr>
        <p:spPr>
          <a:xfrm>
            <a:off x="5370950" y="3236250"/>
            <a:ext cx="457200" cy="4572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FFFFFF"/>
                </a:solidFill>
                <a:latin typeface="Arial"/>
                <a:ea typeface="Arial"/>
                <a:cs typeface="Arial"/>
                <a:sym typeface="Arial"/>
              </a:rPr>
              <a:t>V</a:t>
            </a:r>
            <a:endParaRPr b="0" i="0" sz="2000" u="none" cap="none" strike="noStrike">
              <a:solidFill>
                <a:srgbClr val="FFFFFF"/>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g3f3d7c15484_0_32"/>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656" name="Google Shape;656;g3f3d7c15484_0_32"/>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657" name="Google Shape;657;g3f3d7c15484_0_32"/>
          <p:cNvSpPr/>
          <p:nvPr/>
        </p:nvSpPr>
        <p:spPr>
          <a:xfrm>
            <a:off x="6415960"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658" name="Google Shape;658;g3f3d7c15484_0_32"/>
          <p:cNvSpPr/>
          <p:nvPr/>
        </p:nvSpPr>
        <p:spPr>
          <a:xfrm>
            <a:off x="675128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M </a:t>
            </a:r>
            <a:endParaRPr b="1" i="0" sz="900" u="none" cap="none" strike="noStrike">
              <a:solidFill>
                <a:srgbClr val="000000"/>
              </a:solidFill>
              <a:latin typeface="Arial"/>
              <a:ea typeface="Arial"/>
              <a:cs typeface="Arial"/>
              <a:sym typeface="Arial"/>
            </a:endParaRPr>
          </a:p>
        </p:txBody>
      </p:sp>
      <p:sp>
        <p:nvSpPr>
          <p:cNvPr id="659" name="Google Shape;659;g3f3d7c15484_0_32"/>
          <p:cNvSpPr/>
          <p:nvPr/>
        </p:nvSpPr>
        <p:spPr>
          <a:xfrm>
            <a:off x="708660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A</a:t>
            </a:r>
            <a:endParaRPr b="1" i="0" sz="900" u="none" cap="none" strike="noStrike">
              <a:solidFill>
                <a:srgbClr val="000000"/>
              </a:solidFill>
              <a:latin typeface="Arial"/>
              <a:ea typeface="Arial"/>
              <a:cs typeface="Arial"/>
              <a:sym typeface="Arial"/>
            </a:endParaRPr>
          </a:p>
        </p:txBody>
      </p:sp>
      <p:sp>
        <p:nvSpPr>
          <p:cNvPr id="660" name="Google Shape;660;g3f3d7c15484_0_32"/>
          <p:cNvSpPr/>
          <p:nvPr/>
        </p:nvSpPr>
        <p:spPr>
          <a:xfrm>
            <a:off x="742193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661" name="Google Shape;661;g3f3d7c15484_0_32"/>
          <p:cNvSpPr/>
          <p:nvPr/>
        </p:nvSpPr>
        <p:spPr>
          <a:xfrm>
            <a:off x="7757259" y="63531"/>
            <a:ext cx="298800" cy="2376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Arial"/>
                <a:ea typeface="Arial"/>
                <a:cs typeface="Arial"/>
                <a:sym typeface="Arial"/>
              </a:rPr>
              <a:t>V</a:t>
            </a:r>
            <a:endParaRPr b="1" i="0" sz="900" u="none" cap="none" strike="noStrike">
              <a:solidFill>
                <a:srgbClr val="FFFFFF"/>
              </a:solidFill>
              <a:latin typeface="Arial"/>
              <a:ea typeface="Arial"/>
              <a:cs typeface="Arial"/>
              <a:sym typeface="Arial"/>
            </a:endParaRPr>
          </a:p>
        </p:txBody>
      </p:sp>
      <p:sp>
        <p:nvSpPr>
          <p:cNvPr id="662" name="Google Shape;662;g3f3d7c15484_0_32"/>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g3f3d7c15484_0_32"/>
          <p:cNvSpPr txBox="1"/>
          <p:nvPr>
            <p:ph type="title"/>
          </p:nvPr>
        </p:nvSpPr>
        <p:spPr>
          <a:xfrm>
            <a:off x="883375" y="683600"/>
            <a:ext cx="68739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sz="2900"/>
              <a:t>Evaluate Risk</a:t>
            </a:r>
            <a:endParaRPr sz="29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f3d7c15484_0_59"/>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669" name="Google Shape;669;g3f3d7c15484_0_59"/>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670" name="Google Shape;670;g3f3d7c15484_0_59"/>
          <p:cNvSpPr/>
          <p:nvPr/>
        </p:nvSpPr>
        <p:spPr>
          <a:xfrm>
            <a:off x="6415960"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671" name="Google Shape;671;g3f3d7c15484_0_59"/>
          <p:cNvSpPr/>
          <p:nvPr/>
        </p:nvSpPr>
        <p:spPr>
          <a:xfrm>
            <a:off x="675128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M </a:t>
            </a:r>
            <a:endParaRPr b="1" i="0" sz="900" u="none" cap="none" strike="noStrike">
              <a:solidFill>
                <a:srgbClr val="000000"/>
              </a:solidFill>
              <a:latin typeface="Arial"/>
              <a:ea typeface="Arial"/>
              <a:cs typeface="Arial"/>
              <a:sym typeface="Arial"/>
            </a:endParaRPr>
          </a:p>
        </p:txBody>
      </p:sp>
      <p:sp>
        <p:nvSpPr>
          <p:cNvPr id="672" name="Google Shape;672;g3f3d7c15484_0_59"/>
          <p:cNvSpPr/>
          <p:nvPr/>
        </p:nvSpPr>
        <p:spPr>
          <a:xfrm>
            <a:off x="708660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A</a:t>
            </a:r>
            <a:endParaRPr b="1" i="0" sz="900" u="none" cap="none" strike="noStrike">
              <a:solidFill>
                <a:srgbClr val="000000"/>
              </a:solidFill>
              <a:latin typeface="Arial"/>
              <a:ea typeface="Arial"/>
              <a:cs typeface="Arial"/>
              <a:sym typeface="Arial"/>
            </a:endParaRPr>
          </a:p>
        </p:txBody>
      </p:sp>
      <p:sp>
        <p:nvSpPr>
          <p:cNvPr id="673" name="Google Shape;673;g3f3d7c15484_0_59"/>
          <p:cNvSpPr/>
          <p:nvPr/>
        </p:nvSpPr>
        <p:spPr>
          <a:xfrm>
            <a:off x="742193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674" name="Google Shape;674;g3f3d7c15484_0_59"/>
          <p:cNvSpPr/>
          <p:nvPr/>
        </p:nvSpPr>
        <p:spPr>
          <a:xfrm>
            <a:off x="7757259" y="63531"/>
            <a:ext cx="298800" cy="2376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Arial"/>
                <a:ea typeface="Arial"/>
                <a:cs typeface="Arial"/>
                <a:sym typeface="Arial"/>
              </a:rPr>
              <a:t>V</a:t>
            </a:r>
            <a:endParaRPr b="1" i="0" sz="900" u="none" cap="none" strike="noStrike">
              <a:solidFill>
                <a:srgbClr val="FFFFFF"/>
              </a:solidFill>
              <a:latin typeface="Arial"/>
              <a:ea typeface="Arial"/>
              <a:cs typeface="Arial"/>
              <a:sym typeface="Arial"/>
            </a:endParaRPr>
          </a:p>
        </p:txBody>
      </p:sp>
      <p:sp>
        <p:nvSpPr>
          <p:cNvPr id="675" name="Google Shape;675;g3f3d7c15484_0_59"/>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g3f3d7c15484_0_59"/>
          <p:cNvSpPr txBox="1"/>
          <p:nvPr>
            <p:ph type="title"/>
          </p:nvPr>
        </p:nvSpPr>
        <p:spPr>
          <a:xfrm>
            <a:off x="883375" y="683600"/>
            <a:ext cx="68739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sz="2900"/>
              <a:t>Verify Final Performance</a:t>
            </a:r>
            <a:endParaRPr sz="29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h4b8811ba7eb021ef_0_283"/>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pic>
        <p:nvPicPr>
          <p:cNvPr descr="Logotipo&#10;&#10;Descrição gerada automaticamente com confiança média" id="682" name="Google Shape;682;h4b8811ba7eb021ef_0_283"/>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683" name="Google Shape;683;h4b8811ba7eb021ef_0_283"/>
          <p:cNvSpPr/>
          <p:nvPr/>
        </p:nvSpPr>
        <p:spPr>
          <a:xfrm>
            <a:off x="6415960"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684" name="Google Shape;684;h4b8811ba7eb021ef_0_283"/>
          <p:cNvSpPr/>
          <p:nvPr/>
        </p:nvSpPr>
        <p:spPr>
          <a:xfrm>
            <a:off x="675128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M </a:t>
            </a:r>
            <a:endParaRPr b="1" i="0" sz="900" u="none" cap="none" strike="noStrike">
              <a:solidFill>
                <a:srgbClr val="000000"/>
              </a:solidFill>
              <a:latin typeface="Arial"/>
              <a:ea typeface="Arial"/>
              <a:cs typeface="Arial"/>
              <a:sym typeface="Arial"/>
            </a:endParaRPr>
          </a:p>
        </p:txBody>
      </p:sp>
      <p:sp>
        <p:nvSpPr>
          <p:cNvPr id="685" name="Google Shape;685;h4b8811ba7eb021ef_0_283"/>
          <p:cNvSpPr/>
          <p:nvPr/>
        </p:nvSpPr>
        <p:spPr>
          <a:xfrm>
            <a:off x="7086609"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A</a:t>
            </a:r>
            <a:endParaRPr b="1" i="0" sz="900" u="none" cap="none" strike="noStrike">
              <a:solidFill>
                <a:srgbClr val="000000"/>
              </a:solidFill>
              <a:latin typeface="Arial"/>
              <a:ea typeface="Arial"/>
              <a:cs typeface="Arial"/>
              <a:sym typeface="Arial"/>
            </a:endParaRPr>
          </a:p>
        </p:txBody>
      </p:sp>
      <p:sp>
        <p:nvSpPr>
          <p:cNvPr id="686" name="Google Shape;686;h4b8811ba7eb021ef_0_283"/>
          <p:cNvSpPr/>
          <p:nvPr/>
        </p:nvSpPr>
        <p:spPr>
          <a:xfrm>
            <a:off x="7421935" y="63531"/>
            <a:ext cx="298800" cy="2376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900" u="none" cap="none" strike="noStrike">
                <a:solidFill>
                  <a:srgbClr val="000000"/>
                </a:solidFill>
                <a:latin typeface="Arial"/>
                <a:ea typeface="Arial"/>
                <a:cs typeface="Arial"/>
                <a:sym typeface="Arial"/>
              </a:rPr>
              <a:t>D</a:t>
            </a:r>
            <a:endParaRPr b="1" i="0" sz="900" u="none" cap="none" strike="noStrike">
              <a:solidFill>
                <a:srgbClr val="000000"/>
              </a:solidFill>
              <a:latin typeface="Arial"/>
              <a:ea typeface="Arial"/>
              <a:cs typeface="Arial"/>
              <a:sym typeface="Arial"/>
            </a:endParaRPr>
          </a:p>
        </p:txBody>
      </p:sp>
      <p:sp>
        <p:nvSpPr>
          <p:cNvPr id="687" name="Google Shape;687;h4b8811ba7eb021ef_0_283"/>
          <p:cNvSpPr/>
          <p:nvPr/>
        </p:nvSpPr>
        <p:spPr>
          <a:xfrm>
            <a:off x="7757259" y="63531"/>
            <a:ext cx="298800" cy="237600"/>
          </a:xfrm>
          <a:prstGeom prst="roundRect">
            <a:avLst>
              <a:gd fmla="val 16667" name="adj"/>
            </a:avLst>
          </a:prstGeom>
          <a:gradFill>
            <a:gsLst>
              <a:gs pos="0">
                <a:srgbClr val="75DC4D"/>
              </a:gs>
              <a:gs pos="100000">
                <a:srgbClr val="3D8421"/>
              </a:gs>
            </a:gsLst>
            <a:lin ang="5400012"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FFFFFF"/>
                </a:solidFill>
                <a:latin typeface="Arial"/>
                <a:ea typeface="Arial"/>
                <a:cs typeface="Arial"/>
                <a:sym typeface="Arial"/>
              </a:rPr>
              <a:t>V</a:t>
            </a:r>
            <a:endParaRPr b="1" i="0" sz="900" u="none" cap="none" strike="noStrike">
              <a:solidFill>
                <a:srgbClr val="FFFFFF"/>
              </a:solidFill>
              <a:latin typeface="Arial"/>
              <a:ea typeface="Arial"/>
              <a:cs typeface="Arial"/>
              <a:sym typeface="Arial"/>
            </a:endParaRPr>
          </a:p>
        </p:txBody>
      </p:sp>
      <p:sp>
        <p:nvSpPr>
          <p:cNvPr id="688" name="Google Shape;688;h4b8811ba7eb021ef_0_283"/>
          <p:cNvSpPr/>
          <p:nvPr/>
        </p:nvSpPr>
        <p:spPr>
          <a:xfrm>
            <a:off x="7778002" y="3798149"/>
            <a:ext cx="919567" cy="934662"/>
          </a:xfrm>
          <a:custGeom>
            <a:rect b="b" l="l" r="r" t="t"/>
            <a:pathLst>
              <a:path extrusionOk="0" h="17228" w="17082">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h4b8811ba7eb021ef_0_283"/>
          <p:cNvSpPr txBox="1"/>
          <p:nvPr>
            <p:ph type="title"/>
          </p:nvPr>
        </p:nvSpPr>
        <p:spPr>
          <a:xfrm>
            <a:off x="883375" y="683600"/>
            <a:ext cx="6873900" cy="3963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400"/>
              <a:buNone/>
            </a:pPr>
            <a:r>
              <a:rPr lang="en" sz="2900"/>
              <a:t>Create SOP</a:t>
            </a:r>
            <a:endParaRPr sz="29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gcb4749a3c8_0_803"/>
          <p:cNvSpPr txBox="1"/>
          <p:nvPr>
            <p:ph idx="4294967295" type="ctrTitle"/>
          </p:nvPr>
        </p:nvSpPr>
        <p:spPr>
          <a:xfrm>
            <a:off x="304300" y="152400"/>
            <a:ext cx="4565100" cy="1751100"/>
          </a:xfrm>
          <a:prstGeom prst="rect">
            <a:avLst/>
          </a:prstGeom>
          <a:noFill/>
          <a:ln>
            <a:noFill/>
          </a:ln>
        </p:spPr>
        <p:txBody>
          <a:bodyPr anchorCtr="0" anchor="b" bIns="0" lIns="0" spcFirstLastPara="1" rIns="0" wrap="square" tIns="0">
            <a:noAutofit/>
          </a:bodyPr>
          <a:lstStyle/>
          <a:p>
            <a:pPr indent="0" lvl="0" marL="0" marR="0" rtl="0" algn="l">
              <a:lnSpc>
                <a:spcPct val="90000"/>
              </a:lnSpc>
              <a:spcBef>
                <a:spcPts val="0"/>
              </a:spcBef>
              <a:spcAft>
                <a:spcPts val="0"/>
              </a:spcAft>
              <a:buClr>
                <a:schemeClr val="dk1"/>
              </a:buClr>
              <a:buSzPts val="3400"/>
              <a:buFont typeface="Arial"/>
              <a:buNone/>
            </a:pPr>
            <a:r>
              <a:rPr b="1" i="0" lang="en" sz="4000" u="none" cap="none" strike="noStrike">
                <a:solidFill>
                  <a:schemeClr val="dk1"/>
                </a:solidFill>
                <a:latin typeface="Arial"/>
                <a:ea typeface="Arial"/>
                <a:cs typeface="Arial"/>
                <a:sym typeface="Arial"/>
              </a:rPr>
              <a:t>Customer satisfaction!!!</a:t>
            </a:r>
            <a:endParaRPr b="1" i="0" sz="4000" u="none" cap="none" strike="noStrike">
              <a:solidFill>
                <a:schemeClr val="dk1"/>
              </a:solidFill>
              <a:latin typeface="Arial"/>
              <a:ea typeface="Arial"/>
              <a:cs typeface="Arial"/>
              <a:sym typeface="Arial"/>
            </a:endParaRPr>
          </a:p>
        </p:txBody>
      </p:sp>
      <p:sp>
        <p:nvSpPr>
          <p:cNvPr id="695" name="Google Shape;695;gcb4749a3c8_0_803"/>
          <p:cNvSpPr/>
          <p:nvPr/>
        </p:nvSpPr>
        <p:spPr>
          <a:xfrm>
            <a:off x="6161833" y="1376613"/>
            <a:ext cx="426316" cy="414270"/>
          </a:xfrm>
          <a:custGeom>
            <a:rect b="b" l="l" r="r" t="t"/>
            <a:pathLst>
              <a:path extrusionOk="0" h="15063" w="15501">
                <a:moveTo>
                  <a:pt x="7957" y="925"/>
                </a:moveTo>
                <a:lnTo>
                  <a:pt x="8249" y="1533"/>
                </a:lnTo>
                <a:lnTo>
                  <a:pt x="8103" y="1606"/>
                </a:lnTo>
                <a:lnTo>
                  <a:pt x="7957" y="1704"/>
                </a:lnTo>
                <a:lnTo>
                  <a:pt x="7933" y="1752"/>
                </a:lnTo>
                <a:lnTo>
                  <a:pt x="7933" y="1339"/>
                </a:lnTo>
                <a:lnTo>
                  <a:pt x="7957" y="925"/>
                </a:lnTo>
                <a:close/>
                <a:moveTo>
                  <a:pt x="8371" y="1801"/>
                </a:moveTo>
                <a:lnTo>
                  <a:pt x="8492" y="2020"/>
                </a:lnTo>
                <a:lnTo>
                  <a:pt x="8346" y="2117"/>
                </a:lnTo>
                <a:lnTo>
                  <a:pt x="8200" y="2215"/>
                </a:lnTo>
                <a:lnTo>
                  <a:pt x="8079" y="2288"/>
                </a:lnTo>
                <a:lnTo>
                  <a:pt x="7957" y="2409"/>
                </a:lnTo>
                <a:lnTo>
                  <a:pt x="7933" y="2069"/>
                </a:lnTo>
                <a:lnTo>
                  <a:pt x="8127" y="1971"/>
                </a:lnTo>
                <a:lnTo>
                  <a:pt x="8249" y="1898"/>
                </a:lnTo>
                <a:lnTo>
                  <a:pt x="8371" y="1801"/>
                </a:lnTo>
                <a:close/>
                <a:moveTo>
                  <a:pt x="8663" y="2336"/>
                </a:moveTo>
                <a:lnTo>
                  <a:pt x="8784" y="2628"/>
                </a:lnTo>
                <a:lnTo>
                  <a:pt x="8687" y="2653"/>
                </a:lnTo>
                <a:lnTo>
                  <a:pt x="8590" y="2726"/>
                </a:lnTo>
                <a:lnTo>
                  <a:pt x="8419" y="2847"/>
                </a:lnTo>
                <a:lnTo>
                  <a:pt x="8225" y="2993"/>
                </a:lnTo>
                <a:lnTo>
                  <a:pt x="8054" y="3164"/>
                </a:lnTo>
                <a:lnTo>
                  <a:pt x="8006" y="2750"/>
                </a:lnTo>
                <a:lnTo>
                  <a:pt x="8176" y="2653"/>
                </a:lnTo>
                <a:lnTo>
                  <a:pt x="8322" y="2531"/>
                </a:lnTo>
                <a:lnTo>
                  <a:pt x="8565" y="2385"/>
                </a:lnTo>
                <a:lnTo>
                  <a:pt x="8663" y="2336"/>
                </a:lnTo>
                <a:close/>
                <a:moveTo>
                  <a:pt x="8979" y="2945"/>
                </a:moveTo>
                <a:lnTo>
                  <a:pt x="8979" y="2969"/>
                </a:lnTo>
                <a:lnTo>
                  <a:pt x="9076" y="3164"/>
                </a:lnTo>
                <a:lnTo>
                  <a:pt x="8857" y="3285"/>
                </a:lnTo>
                <a:lnTo>
                  <a:pt x="8663" y="3431"/>
                </a:lnTo>
                <a:lnTo>
                  <a:pt x="8371" y="3626"/>
                </a:lnTo>
                <a:lnTo>
                  <a:pt x="8079" y="3821"/>
                </a:lnTo>
                <a:lnTo>
                  <a:pt x="8054" y="3504"/>
                </a:lnTo>
                <a:lnTo>
                  <a:pt x="8200" y="3456"/>
                </a:lnTo>
                <a:lnTo>
                  <a:pt x="8322" y="3383"/>
                </a:lnTo>
                <a:lnTo>
                  <a:pt x="8541" y="3212"/>
                </a:lnTo>
                <a:lnTo>
                  <a:pt x="8833" y="3018"/>
                </a:lnTo>
                <a:lnTo>
                  <a:pt x="8979" y="2945"/>
                </a:lnTo>
                <a:close/>
                <a:moveTo>
                  <a:pt x="9271" y="3529"/>
                </a:moveTo>
                <a:lnTo>
                  <a:pt x="9393" y="3796"/>
                </a:lnTo>
                <a:lnTo>
                  <a:pt x="8736" y="4186"/>
                </a:lnTo>
                <a:lnTo>
                  <a:pt x="8419" y="4380"/>
                </a:lnTo>
                <a:lnTo>
                  <a:pt x="8249" y="4478"/>
                </a:lnTo>
                <a:lnTo>
                  <a:pt x="8103" y="4599"/>
                </a:lnTo>
                <a:lnTo>
                  <a:pt x="8079" y="4113"/>
                </a:lnTo>
                <a:lnTo>
                  <a:pt x="8225" y="4088"/>
                </a:lnTo>
                <a:lnTo>
                  <a:pt x="8371" y="4040"/>
                </a:lnTo>
                <a:lnTo>
                  <a:pt x="8663" y="3894"/>
                </a:lnTo>
                <a:lnTo>
                  <a:pt x="9052" y="3650"/>
                </a:lnTo>
                <a:lnTo>
                  <a:pt x="9271" y="3529"/>
                </a:lnTo>
                <a:close/>
                <a:moveTo>
                  <a:pt x="9587" y="4186"/>
                </a:moveTo>
                <a:lnTo>
                  <a:pt x="9660" y="4332"/>
                </a:lnTo>
                <a:lnTo>
                  <a:pt x="9490" y="4429"/>
                </a:lnTo>
                <a:lnTo>
                  <a:pt x="9344" y="4551"/>
                </a:lnTo>
                <a:lnTo>
                  <a:pt x="9052" y="4770"/>
                </a:lnTo>
                <a:lnTo>
                  <a:pt x="8809" y="4916"/>
                </a:lnTo>
                <a:lnTo>
                  <a:pt x="8590" y="5110"/>
                </a:lnTo>
                <a:lnTo>
                  <a:pt x="8371" y="5305"/>
                </a:lnTo>
                <a:lnTo>
                  <a:pt x="8176" y="5524"/>
                </a:lnTo>
                <a:lnTo>
                  <a:pt x="8127" y="4794"/>
                </a:lnTo>
                <a:lnTo>
                  <a:pt x="8322" y="4794"/>
                </a:lnTo>
                <a:lnTo>
                  <a:pt x="8492" y="4721"/>
                </a:lnTo>
                <a:lnTo>
                  <a:pt x="8833" y="4575"/>
                </a:lnTo>
                <a:lnTo>
                  <a:pt x="9222" y="4380"/>
                </a:lnTo>
                <a:lnTo>
                  <a:pt x="9587" y="4186"/>
                </a:lnTo>
                <a:close/>
                <a:moveTo>
                  <a:pt x="14965" y="5938"/>
                </a:moveTo>
                <a:lnTo>
                  <a:pt x="14795" y="6059"/>
                </a:lnTo>
                <a:lnTo>
                  <a:pt x="14649" y="6205"/>
                </a:lnTo>
                <a:lnTo>
                  <a:pt x="14576" y="6181"/>
                </a:lnTo>
                <a:lnTo>
                  <a:pt x="14332" y="6157"/>
                </a:lnTo>
                <a:lnTo>
                  <a:pt x="14965" y="5938"/>
                </a:lnTo>
                <a:close/>
                <a:moveTo>
                  <a:pt x="2190" y="5840"/>
                </a:moveTo>
                <a:lnTo>
                  <a:pt x="2093" y="5986"/>
                </a:lnTo>
                <a:lnTo>
                  <a:pt x="2044" y="6132"/>
                </a:lnTo>
                <a:lnTo>
                  <a:pt x="2044" y="6181"/>
                </a:lnTo>
                <a:lnTo>
                  <a:pt x="2044" y="6254"/>
                </a:lnTo>
                <a:lnTo>
                  <a:pt x="1874" y="6181"/>
                </a:lnTo>
                <a:lnTo>
                  <a:pt x="1679" y="6108"/>
                </a:lnTo>
                <a:lnTo>
                  <a:pt x="1266" y="5962"/>
                </a:lnTo>
                <a:lnTo>
                  <a:pt x="2190" y="5840"/>
                </a:lnTo>
                <a:close/>
                <a:moveTo>
                  <a:pt x="3018" y="5743"/>
                </a:moveTo>
                <a:lnTo>
                  <a:pt x="2677" y="6132"/>
                </a:lnTo>
                <a:lnTo>
                  <a:pt x="2555" y="6302"/>
                </a:lnTo>
                <a:lnTo>
                  <a:pt x="2288" y="6278"/>
                </a:lnTo>
                <a:lnTo>
                  <a:pt x="2312" y="6254"/>
                </a:lnTo>
                <a:lnTo>
                  <a:pt x="2409" y="6181"/>
                </a:lnTo>
                <a:lnTo>
                  <a:pt x="2482" y="6059"/>
                </a:lnTo>
                <a:lnTo>
                  <a:pt x="2604" y="5938"/>
                </a:lnTo>
                <a:lnTo>
                  <a:pt x="2750" y="5816"/>
                </a:lnTo>
                <a:lnTo>
                  <a:pt x="2823" y="5767"/>
                </a:lnTo>
                <a:lnTo>
                  <a:pt x="3018" y="5743"/>
                </a:lnTo>
                <a:close/>
                <a:moveTo>
                  <a:pt x="9879" y="4672"/>
                </a:moveTo>
                <a:lnTo>
                  <a:pt x="9977" y="4818"/>
                </a:lnTo>
                <a:lnTo>
                  <a:pt x="9952" y="4818"/>
                </a:lnTo>
                <a:lnTo>
                  <a:pt x="9733" y="5062"/>
                </a:lnTo>
                <a:lnTo>
                  <a:pt x="9490" y="5281"/>
                </a:lnTo>
                <a:lnTo>
                  <a:pt x="8979" y="5719"/>
                </a:lnTo>
                <a:lnTo>
                  <a:pt x="8590" y="6035"/>
                </a:lnTo>
                <a:lnTo>
                  <a:pt x="8395" y="6181"/>
                </a:lnTo>
                <a:lnTo>
                  <a:pt x="8200" y="6351"/>
                </a:lnTo>
                <a:lnTo>
                  <a:pt x="8176" y="5694"/>
                </a:lnTo>
                <a:lnTo>
                  <a:pt x="8468" y="5573"/>
                </a:lnTo>
                <a:lnTo>
                  <a:pt x="8736" y="5402"/>
                </a:lnTo>
                <a:lnTo>
                  <a:pt x="9247" y="5086"/>
                </a:lnTo>
                <a:lnTo>
                  <a:pt x="9539" y="4916"/>
                </a:lnTo>
                <a:lnTo>
                  <a:pt x="9709" y="4794"/>
                </a:lnTo>
                <a:lnTo>
                  <a:pt x="9879" y="4672"/>
                </a:lnTo>
                <a:close/>
                <a:moveTo>
                  <a:pt x="3967" y="5597"/>
                </a:moveTo>
                <a:lnTo>
                  <a:pt x="3869" y="5719"/>
                </a:lnTo>
                <a:lnTo>
                  <a:pt x="3723" y="5986"/>
                </a:lnTo>
                <a:lnTo>
                  <a:pt x="3553" y="6229"/>
                </a:lnTo>
                <a:lnTo>
                  <a:pt x="3504" y="6327"/>
                </a:lnTo>
                <a:lnTo>
                  <a:pt x="3456" y="6424"/>
                </a:lnTo>
                <a:lnTo>
                  <a:pt x="3164" y="6375"/>
                </a:lnTo>
                <a:lnTo>
                  <a:pt x="2920" y="6327"/>
                </a:lnTo>
                <a:lnTo>
                  <a:pt x="3066" y="6181"/>
                </a:lnTo>
                <a:lnTo>
                  <a:pt x="3431" y="5792"/>
                </a:lnTo>
                <a:lnTo>
                  <a:pt x="3602" y="5646"/>
                </a:lnTo>
                <a:lnTo>
                  <a:pt x="3967" y="5597"/>
                </a:lnTo>
                <a:close/>
                <a:moveTo>
                  <a:pt x="5110" y="5354"/>
                </a:moveTo>
                <a:lnTo>
                  <a:pt x="4989" y="5475"/>
                </a:lnTo>
                <a:lnTo>
                  <a:pt x="4867" y="5597"/>
                </a:lnTo>
                <a:lnTo>
                  <a:pt x="4648" y="5865"/>
                </a:lnTo>
                <a:lnTo>
                  <a:pt x="4380" y="6205"/>
                </a:lnTo>
                <a:lnTo>
                  <a:pt x="4234" y="6400"/>
                </a:lnTo>
                <a:lnTo>
                  <a:pt x="4113" y="6594"/>
                </a:lnTo>
                <a:lnTo>
                  <a:pt x="3723" y="6497"/>
                </a:lnTo>
                <a:lnTo>
                  <a:pt x="3821" y="6400"/>
                </a:lnTo>
                <a:lnTo>
                  <a:pt x="3869" y="6278"/>
                </a:lnTo>
                <a:lnTo>
                  <a:pt x="3991" y="6084"/>
                </a:lnTo>
                <a:lnTo>
                  <a:pt x="4137" y="5865"/>
                </a:lnTo>
                <a:lnTo>
                  <a:pt x="4307" y="5694"/>
                </a:lnTo>
                <a:lnTo>
                  <a:pt x="4405" y="5597"/>
                </a:lnTo>
                <a:lnTo>
                  <a:pt x="4526" y="5500"/>
                </a:lnTo>
                <a:lnTo>
                  <a:pt x="5110" y="5354"/>
                </a:lnTo>
                <a:close/>
                <a:moveTo>
                  <a:pt x="14065" y="6254"/>
                </a:moveTo>
                <a:lnTo>
                  <a:pt x="14138" y="6327"/>
                </a:lnTo>
                <a:lnTo>
                  <a:pt x="14235" y="6375"/>
                </a:lnTo>
                <a:lnTo>
                  <a:pt x="14430" y="6448"/>
                </a:lnTo>
                <a:lnTo>
                  <a:pt x="14186" y="6740"/>
                </a:lnTo>
                <a:lnTo>
                  <a:pt x="14016" y="6643"/>
                </a:lnTo>
                <a:lnTo>
                  <a:pt x="13846" y="6546"/>
                </a:lnTo>
                <a:lnTo>
                  <a:pt x="13675" y="6497"/>
                </a:lnTo>
                <a:lnTo>
                  <a:pt x="13481" y="6448"/>
                </a:lnTo>
                <a:lnTo>
                  <a:pt x="14065" y="6254"/>
                </a:lnTo>
                <a:close/>
                <a:moveTo>
                  <a:pt x="5573" y="5451"/>
                </a:moveTo>
                <a:lnTo>
                  <a:pt x="5719" y="5621"/>
                </a:lnTo>
                <a:lnTo>
                  <a:pt x="5840" y="5767"/>
                </a:lnTo>
                <a:lnTo>
                  <a:pt x="5816" y="5767"/>
                </a:lnTo>
                <a:lnTo>
                  <a:pt x="5670" y="5840"/>
                </a:lnTo>
                <a:lnTo>
                  <a:pt x="5548" y="5962"/>
                </a:lnTo>
                <a:lnTo>
                  <a:pt x="5354" y="6205"/>
                </a:lnTo>
                <a:lnTo>
                  <a:pt x="5110" y="6473"/>
                </a:lnTo>
                <a:lnTo>
                  <a:pt x="4989" y="6619"/>
                </a:lnTo>
                <a:lnTo>
                  <a:pt x="4916" y="6765"/>
                </a:lnTo>
                <a:lnTo>
                  <a:pt x="4429" y="6667"/>
                </a:lnTo>
                <a:lnTo>
                  <a:pt x="4551" y="6546"/>
                </a:lnTo>
                <a:lnTo>
                  <a:pt x="4648" y="6424"/>
                </a:lnTo>
                <a:lnTo>
                  <a:pt x="4843" y="6157"/>
                </a:lnTo>
                <a:lnTo>
                  <a:pt x="5159" y="5816"/>
                </a:lnTo>
                <a:lnTo>
                  <a:pt x="5354" y="5646"/>
                </a:lnTo>
                <a:lnTo>
                  <a:pt x="5475" y="5548"/>
                </a:lnTo>
                <a:lnTo>
                  <a:pt x="5548" y="5451"/>
                </a:lnTo>
                <a:close/>
                <a:moveTo>
                  <a:pt x="6035" y="5962"/>
                </a:moveTo>
                <a:lnTo>
                  <a:pt x="6278" y="6254"/>
                </a:lnTo>
                <a:lnTo>
                  <a:pt x="6157" y="6424"/>
                </a:lnTo>
                <a:lnTo>
                  <a:pt x="6011" y="6643"/>
                </a:lnTo>
                <a:lnTo>
                  <a:pt x="5889" y="6862"/>
                </a:lnTo>
                <a:lnTo>
                  <a:pt x="5840" y="6935"/>
                </a:lnTo>
                <a:lnTo>
                  <a:pt x="5840" y="7008"/>
                </a:lnTo>
                <a:lnTo>
                  <a:pt x="5232" y="6838"/>
                </a:lnTo>
                <a:lnTo>
                  <a:pt x="5402" y="6692"/>
                </a:lnTo>
                <a:lnTo>
                  <a:pt x="5548" y="6546"/>
                </a:lnTo>
                <a:lnTo>
                  <a:pt x="5767" y="6278"/>
                </a:lnTo>
                <a:lnTo>
                  <a:pt x="5889" y="6157"/>
                </a:lnTo>
                <a:lnTo>
                  <a:pt x="6011" y="6011"/>
                </a:lnTo>
                <a:lnTo>
                  <a:pt x="6035" y="5962"/>
                </a:lnTo>
                <a:close/>
                <a:moveTo>
                  <a:pt x="7519" y="925"/>
                </a:moveTo>
                <a:lnTo>
                  <a:pt x="7470" y="1120"/>
                </a:lnTo>
                <a:lnTo>
                  <a:pt x="7470" y="1314"/>
                </a:lnTo>
                <a:lnTo>
                  <a:pt x="7470" y="1704"/>
                </a:lnTo>
                <a:lnTo>
                  <a:pt x="7495" y="2093"/>
                </a:lnTo>
                <a:lnTo>
                  <a:pt x="7519" y="2482"/>
                </a:lnTo>
                <a:lnTo>
                  <a:pt x="7592" y="3285"/>
                </a:lnTo>
                <a:lnTo>
                  <a:pt x="7665" y="4234"/>
                </a:lnTo>
                <a:lnTo>
                  <a:pt x="7714" y="5183"/>
                </a:lnTo>
                <a:lnTo>
                  <a:pt x="7714" y="6132"/>
                </a:lnTo>
                <a:lnTo>
                  <a:pt x="7714" y="7081"/>
                </a:lnTo>
                <a:lnTo>
                  <a:pt x="7519" y="6886"/>
                </a:lnTo>
                <a:lnTo>
                  <a:pt x="7324" y="6716"/>
                </a:lnTo>
                <a:lnTo>
                  <a:pt x="7032" y="6473"/>
                </a:lnTo>
                <a:lnTo>
                  <a:pt x="6522" y="5913"/>
                </a:lnTo>
                <a:lnTo>
                  <a:pt x="5986" y="5354"/>
                </a:lnTo>
                <a:lnTo>
                  <a:pt x="5792" y="5159"/>
                </a:lnTo>
                <a:lnTo>
                  <a:pt x="5670" y="5086"/>
                </a:lnTo>
                <a:lnTo>
                  <a:pt x="5573" y="5013"/>
                </a:lnTo>
                <a:lnTo>
                  <a:pt x="5719" y="4721"/>
                </a:lnTo>
                <a:lnTo>
                  <a:pt x="5913" y="4453"/>
                </a:lnTo>
                <a:lnTo>
                  <a:pt x="6278" y="3894"/>
                </a:lnTo>
                <a:lnTo>
                  <a:pt x="6449" y="3626"/>
                </a:lnTo>
                <a:lnTo>
                  <a:pt x="6570" y="3358"/>
                </a:lnTo>
                <a:lnTo>
                  <a:pt x="6692" y="3066"/>
                </a:lnTo>
                <a:lnTo>
                  <a:pt x="6789" y="2774"/>
                </a:lnTo>
                <a:lnTo>
                  <a:pt x="6984" y="2166"/>
                </a:lnTo>
                <a:lnTo>
                  <a:pt x="7203" y="1558"/>
                </a:lnTo>
                <a:lnTo>
                  <a:pt x="7349" y="1217"/>
                </a:lnTo>
                <a:lnTo>
                  <a:pt x="7519" y="925"/>
                </a:lnTo>
                <a:close/>
                <a:moveTo>
                  <a:pt x="6497" y="6497"/>
                </a:moveTo>
                <a:lnTo>
                  <a:pt x="6522" y="6521"/>
                </a:lnTo>
                <a:lnTo>
                  <a:pt x="6716" y="6716"/>
                </a:lnTo>
                <a:lnTo>
                  <a:pt x="6643" y="6765"/>
                </a:lnTo>
                <a:lnTo>
                  <a:pt x="6595" y="6789"/>
                </a:lnTo>
                <a:lnTo>
                  <a:pt x="6497" y="6911"/>
                </a:lnTo>
                <a:lnTo>
                  <a:pt x="6400" y="7008"/>
                </a:lnTo>
                <a:lnTo>
                  <a:pt x="6327" y="7130"/>
                </a:lnTo>
                <a:lnTo>
                  <a:pt x="5986" y="7057"/>
                </a:lnTo>
                <a:lnTo>
                  <a:pt x="6059" y="7008"/>
                </a:lnTo>
                <a:lnTo>
                  <a:pt x="6132" y="6935"/>
                </a:lnTo>
                <a:lnTo>
                  <a:pt x="6254" y="6838"/>
                </a:lnTo>
                <a:lnTo>
                  <a:pt x="6497" y="6497"/>
                </a:lnTo>
                <a:close/>
                <a:moveTo>
                  <a:pt x="13286" y="6521"/>
                </a:moveTo>
                <a:lnTo>
                  <a:pt x="13627" y="6740"/>
                </a:lnTo>
                <a:lnTo>
                  <a:pt x="13967" y="6935"/>
                </a:lnTo>
                <a:lnTo>
                  <a:pt x="13870" y="7032"/>
                </a:lnTo>
                <a:lnTo>
                  <a:pt x="13724" y="7178"/>
                </a:lnTo>
                <a:lnTo>
                  <a:pt x="13578" y="7081"/>
                </a:lnTo>
                <a:lnTo>
                  <a:pt x="13456" y="7032"/>
                </a:lnTo>
                <a:lnTo>
                  <a:pt x="13164" y="6911"/>
                </a:lnTo>
                <a:lnTo>
                  <a:pt x="12897" y="6813"/>
                </a:lnTo>
                <a:lnTo>
                  <a:pt x="12653" y="6716"/>
                </a:lnTo>
                <a:lnTo>
                  <a:pt x="13286" y="6521"/>
                </a:lnTo>
                <a:close/>
                <a:moveTo>
                  <a:pt x="10171" y="5062"/>
                </a:moveTo>
                <a:lnTo>
                  <a:pt x="10220" y="5135"/>
                </a:lnTo>
                <a:lnTo>
                  <a:pt x="10196" y="5159"/>
                </a:lnTo>
                <a:lnTo>
                  <a:pt x="9587" y="5816"/>
                </a:lnTo>
                <a:lnTo>
                  <a:pt x="9003" y="6521"/>
                </a:lnTo>
                <a:lnTo>
                  <a:pt x="8809" y="6716"/>
                </a:lnTo>
                <a:lnTo>
                  <a:pt x="8590" y="6935"/>
                </a:lnTo>
                <a:lnTo>
                  <a:pt x="8371" y="7154"/>
                </a:lnTo>
                <a:lnTo>
                  <a:pt x="8152" y="7373"/>
                </a:lnTo>
                <a:lnTo>
                  <a:pt x="8200" y="6740"/>
                </a:lnTo>
                <a:lnTo>
                  <a:pt x="8444" y="6570"/>
                </a:lnTo>
                <a:lnTo>
                  <a:pt x="8663" y="6400"/>
                </a:lnTo>
                <a:lnTo>
                  <a:pt x="9101" y="6035"/>
                </a:lnTo>
                <a:lnTo>
                  <a:pt x="9660" y="5573"/>
                </a:lnTo>
                <a:lnTo>
                  <a:pt x="9928" y="5329"/>
                </a:lnTo>
                <a:lnTo>
                  <a:pt x="10171" y="5062"/>
                </a:lnTo>
                <a:close/>
                <a:moveTo>
                  <a:pt x="10488" y="5329"/>
                </a:moveTo>
                <a:lnTo>
                  <a:pt x="10731" y="5427"/>
                </a:lnTo>
                <a:lnTo>
                  <a:pt x="10999" y="5500"/>
                </a:lnTo>
                <a:lnTo>
                  <a:pt x="11510" y="5597"/>
                </a:lnTo>
                <a:lnTo>
                  <a:pt x="11850" y="5670"/>
                </a:lnTo>
                <a:lnTo>
                  <a:pt x="12167" y="5694"/>
                </a:lnTo>
                <a:lnTo>
                  <a:pt x="12824" y="5719"/>
                </a:lnTo>
                <a:lnTo>
                  <a:pt x="13529" y="5743"/>
                </a:lnTo>
                <a:lnTo>
                  <a:pt x="14235" y="5792"/>
                </a:lnTo>
                <a:lnTo>
                  <a:pt x="13505" y="6059"/>
                </a:lnTo>
                <a:lnTo>
                  <a:pt x="12799" y="6278"/>
                </a:lnTo>
                <a:lnTo>
                  <a:pt x="11339" y="6692"/>
                </a:lnTo>
                <a:lnTo>
                  <a:pt x="9612" y="7130"/>
                </a:lnTo>
                <a:lnTo>
                  <a:pt x="9149" y="7251"/>
                </a:lnTo>
                <a:lnTo>
                  <a:pt x="8663" y="7373"/>
                </a:lnTo>
                <a:lnTo>
                  <a:pt x="9101" y="6862"/>
                </a:lnTo>
                <a:lnTo>
                  <a:pt x="9758" y="6132"/>
                </a:lnTo>
                <a:lnTo>
                  <a:pt x="10098" y="5767"/>
                </a:lnTo>
                <a:lnTo>
                  <a:pt x="10439" y="5402"/>
                </a:lnTo>
                <a:lnTo>
                  <a:pt x="10488" y="5329"/>
                </a:lnTo>
                <a:close/>
                <a:moveTo>
                  <a:pt x="6862" y="6886"/>
                </a:moveTo>
                <a:lnTo>
                  <a:pt x="7349" y="7422"/>
                </a:lnTo>
                <a:lnTo>
                  <a:pt x="7349" y="7422"/>
                </a:lnTo>
                <a:lnTo>
                  <a:pt x="6570" y="7203"/>
                </a:lnTo>
                <a:lnTo>
                  <a:pt x="6668" y="7105"/>
                </a:lnTo>
                <a:lnTo>
                  <a:pt x="6765" y="7008"/>
                </a:lnTo>
                <a:lnTo>
                  <a:pt x="6862" y="6911"/>
                </a:lnTo>
                <a:lnTo>
                  <a:pt x="6862" y="6886"/>
                </a:lnTo>
                <a:close/>
                <a:moveTo>
                  <a:pt x="12386" y="6789"/>
                </a:moveTo>
                <a:lnTo>
                  <a:pt x="12483" y="6911"/>
                </a:lnTo>
                <a:lnTo>
                  <a:pt x="12629" y="7008"/>
                </a:lnTo>
                <a:lnTo>
                  <a:pt x="12775" y="7105"/>
                </a:lnTo>
                <a:lnTo>
                  <a:pt x="12921" y="7178"/>
                </a:lnTo>
                <a:lnTo>
                  <a:pt x="13432" y="7422"/>
                </a:lnTo>
                <a:lnTo>
                  <a:pt x="13140" y="7641"/>
                </a:lnTo>
                <a:lnTo>
                  <a:pt x="12970" y="7543"/>
                </a:lnTo>
                <a:lnTo>
                  <a:pt x="12799" y="7470"/>
                </a:lnTo>
                <a:lnTo>
                  <a:pt x="12483" y="7349"/>
                </a:lnTo>
                <a:lnTo>
                  <a:pt x="12045" y="7154"/>
                </a:lnTo>
                <a:lnTo>
                  <a:pt x="11826" y="7057"/>
                </a:lnTo>
                <a:lnTo>
                  <a:pt x="11607" y="7008"/>
                </a:lnTo>
                <a:lnTo>
                  <a:pt x="12386" y="6789"/>
                </a:lnTo>
                <a:close/>
                <a:moveTo>
                  <a:pt x="11461" y="7057"/>
                </a:moveTo>
                <a:lnTo>
                  <a:pt x="11534" y="7154"/>
                </a:lnTo>
                <a:lnTo>
                  <a:pt x="11631" y="7251"/>
                </a:lnTo>
                <a:lnTo>
                  <a:pt x="11850" y="7397"/>
                </a:lnTo>
                <a:lnTo>
                  <a:pt x="12069" y="7519"/>
                </a:lnTo>
                <a:lnTo>
                  <a:pt x="12313" y="7641"/>
                </a:lnTo>
                <a:lnTo>
                  <a:pt x="12532" y="7762"/>
                </a:lnTo>
                <a:lnTo>
                  <a:pt x="12799" y="7908"/>
                </a:lnTo>
                <a:lnTo>
                  <a:pt x="12483" y="8152"/>
                </a:lnTo>
                <a:lnTo>
                  <a:pt x="12410" y="8054"/>
                </a:lnTo>
                <a:lnTo>
                  <a:pt x="12337" y="7981"/>
                </a:lnTo>
                <a:lnTo>
                  <a:pt x="12240" y="7908"/>
                </a:lnTo>
                <a:lnTo>
                  <a:pt x="12118" y="7860"/>
                </a:lnTo>
                <a:lnTo>
                  <a:pt x="11875" y="7762"/>
                </a:lnTo>
                <a:lnTo>
                  <a:pt x="11656" y="7689"/>
                </a:lnTo>
                <a:lnTo>
                  <a:pt x="11145" y="7470"/>
                </a:lnTo>
                <a:lnTo>
                  <a:pt x="10901" y="7349"/>
                </a:lnTo>
                <a:lnTo>
                  <a:pt x="10634" y="7251"/>
                </a:lnTo>
                <a:lnTo>
                  <a:pt x="11437" y="7057"/>
                </a:lnTo>
                <a:close/>
                <a:moveTo>
                  <a:pt x="10439" y="7324"/>
                </a:moveTo>
                <a:lnTo>
                  <a:pt x="10512" y="7422"/>
                </a:lnTo>
                <a:lnTo>
                  <a:pt x="10609" y="7495"/>
                </a:lnTo>
                <a:lnTo>
                  <a:pt x="10828" y="7665"/>
                </a:lnTo>
                <a:lnTo>
                  <a:pt x="11047" y="7787"/>
                </a:lnTo>
                <a:lnTo>
                  <a:pt x="11291" y="7884"/>
                </a:lnTo>
                <a:lnTo>
                  <a:pt x="11996" y="8176"/>
                </a:lnTo>
                <a:lnTo>
                  <a:pt x="12167" y="8249"/>
                </a:lnTo>
                <a:lnTo>
                  <a:pt x="12215" y="8273"/>
                </a:lnTo>
                <a:lnTo>
                  <a:pt x="12288" y="8298"/>
                </a:lnTo>
                <a:lnTo>
                  <a:pt x="11996" y="8541"/>
                </a:lnTo>
                <a:lnTo>
                  <a:pt x="11972" y="8541"/>
                </a:lnTo>
                <a:lnTo>
                  <a:pt x="11583" y="8444"/>
                </a:lnTo>
                <a:lnTo>
                  <a:pt x="11218" y="8322"/>
                </a:lnTo>
                <a:lnTo>
                  <a:pt x="10853" y="8152"/>
                </a:lnTo>
                <a:lnTo>
                  <a:pt x="10512" y="7957"/>
                </a:lnTo>
                <a:lnTo>
                  <a:pt x="10098" y="7714"/>
                </a:lnTo>
                <a:lnTo>
                  <a:pt x="9879" y="7592"/>
                </a:lnTo>
                <a:lnTo>
                  <a:pt x="9660" y="7495"/>
                </a:lnTo>
                <a:lnTo>
                  <a:pt x="10439" y="7324"/>
                </a:lnTo>
                <a:close/>
                <a:moveTo>
                  <a:pt x="8225" y="8103"/>
                </a:moveTo>
                <a:lnTo>
                  <a:pt x="8638" y="8249"/>
                </a:lnTo>
                <a:lnTo>
                  <a:pt x="9028" y="8419"/>
                </a:lnTo>
                <a:lnTo>
                  <a:pt x="8930" y="8517"/>
                </a:lnTo>
                <a:lnTo>
                  <a:pt x="8784" y="8638"/>
                </a:lnTo>
                <a:lnTo>
                  <a:pt x="8711" y="8711"/>
                </a:lnTo>
                <a:lnTo>
                  <a:pt x="8687" y="8784"/>
                </a:lnTo>
                <a:lnTo>
                  <a:pt x="8225" y="8103"/>
                </a:lnTo>
                <a:close/>
                <a:moveTo>
                  <a:pt x="7689" y="8663"/>
                </a:moveTo>
                <a:lnTo>
                  <a:pt x="7714" y="9003"/>
                </a:lnTo>
                <a:lnTo>
                  <a:pt x="7689" y="9003"/>
                </a:lnTo>
                <a:lnTo>
                  <a:pt x="7519" y="8930"/>
                </a:lnTo>
                <a:lnTo>
                  <a:pt x="7665" y="8687"/>
                </a:lnTo>
                <a:lnTo>
                  <a:pt x="7689" y="8663"/>
                </a:lnTo>
                <a:close/>
                <a:moveTo>
                  <a:pt x="9344" y="7592"/>
                </a:moveTo>
                <a:lnTo>
                  <a:pt x="9612" y="7787"/>
                </a:lnTo>
                <a:lnTo>
                  <a:pt x="9904" y="7981"/>
                </a:lnTo>
                <a:lnTo>
                  <a:pt x="10463" y="8322"/>
                </a:lnTo>
                <a:lnTo>
                  <a:pt x="10755" y="8492"/>
                </a:lnTo>
                <a:lnTo>
                  <a:pt x="11047" y="8638"/>
                </a:lnTo>
                <a:lnTo>
                  <a:pt x="11364" y="8760"/>
                </a:lnTo>
                <a:lnTo>
                  <a:pt x="11680" y="8833"/>
                </a:lnTo>
                <a:lnTo>
                  <a:pt x="11510" y="9003"/>
                </a:lnTo>
                <a:lnTo>
                  <a:pt x="11485" y="9028"/>
                </a:lnTo>
                <a:lnTo>
                  <a:pt x="10463" y="8565"/>
                </a:lnTo>
                <a:lnTo>
                  <a:pt x="9952" y="8371"/>
                </a:lnTo>
                <a:lnTo>
                  <a:pt x="9417" y="8176"/>
                </a:lnTo>
                <a:lnTo>
                  <a:pt x="8979" y="7981"/>
                </a:lnTo>
                <a:lnTo>
                  <a:pt x="8736" y="7884"/>
                </a:lnTo>
                <a:lnTo>
                  <a:pt x="8468" y="7811"/>
                </a:lnTo>
                <a:lnTo>
                  <a:pt x="8906" y="7714"/>
                </a:lnTo>
                <a:lnTo>
                  <a:pt x="9344" y="7592"/>
                </a:lnTo>
                <a:close/>
                <a:moveTo>
                  <a:pt x="9368" y="8565"/>
                </a:moveTo>
                <a:lnTo>
                  <a:pt x="9733" y="8687"/>
                </a:lnTo>
                <a:lnTo>
                  <a:pt x="9660" y="8760"/>
                </a:lnTo>
                <a:lnTo>
                  <a:pt x="9198" y="9076"/>
                </a:lnTo>
                <a:lnTo>
                  <a:pt x="9101" y="9149"/>
                </a:lnTo>
                <a:lnTo>
                  <a:pt x="9003" y="9247"/>
                </a:lnTo>
                <a:lnTo>
                  <a:pt x="8760" y="8906"/>
                </a:lnTo>
                <a:lnTo>
                  <a:pt x="8784" y="8906"/>
                </a:lnTo>
                <a:lnTo>
                  <a:pt x="8930" y="8809"/>
                </a:lnTo>
                <a:lnTo>
                  <a:pt x="9052" y="8711"/>
                </a:lnTo>
                <a:lnTo>
                  <a:pt x="9174" y="8638"/>
                </a:lnTo>
                <a:lnTo>
                  <a:pt x="9344" y="8590"/>
                </a:lnTo>
                <a:lnTo>
                  <a:pt x="9368" y="8565"/>
                </a:lnTo>
                <a:close/>
                <a:moveTo>
                  <a:pt x="828" y="6181"/>
                </a:moveTo>
                <a:lnTo>
                  <a:pt x="1168" y="6302"/>
                </a:lnTo>
                <a:lnTo>
                  <a:pt x="1533" y="6400"/>
                </a:lnTo>
                <a:lnTo>
                  <a:pt x="2239" y="6546"/>
                </a:lnTo>
                <a:lnTo>
                  <a:pt x="2507" y="6570"/>
                </a:lnTo>
                <a:lnTo>
                  <a:pt x="2750" y="6594"/>
                </a:lnTo>
                <a:lnTo>
                  <a:pt x="3018" y="6619"/>
                </a:lnTo>
                <a:lnTo>
                  <a:pt x="3285" y="6643"/>
                </a:lnTo>
                <a:lnTo>
                  <a:pt x="4356" y="6911"/>
                </a:lnTo>
                <a:lnTo>
                  <a:pt x="5159" y="7081"/>
                </a:lnTo>
                <a:lnTo>
                  <a:pt x="5938" y="7300"/>
                </a:lnTo>
                <a:lnTo>
                  <a:pt x="7519" y="7762"/>
                </a:lnTo>
                <a:lnTo>
                  <a:pt x="6546" y="8273"/>
                </a:lnTo>
                <a:lnTo>
                  <a:pt x="5548" y="8736"/>
                </a:lnTo>
                <a:lnTo>
                  <a:pt x="4697" y="9076"/>
                </a:lnTo>
                <a:lnTo>
                  <a:pt x="4453" y="9198"/>
                </a:lnTo>
                <a:lnTo>
                  <a:pt x="4332" y="9271"/>
                </a:lnTo>
                <a:lnTo>
                  <a:pt x="4234" y="9368"/>
                </a:lnTo>
                <a:lnTo>
                  <a:pt x="4210" y="9320"/>
                </a:lnTo>
                <a:lnTo>
                  <a:pt x="3991" y="9003"/>
                </a:lnTo>
                <a:lnTo>
                  <a:pt x="3748" y="8687"/>
                </a:lnTo>
                <a:lnTo>
                  <a:pt x="3456" y="8395"/>
                </a:lnTo>
                <a:lnTo>
                  <a:pt x="3164" y="8127"/>
                </a:lnTo>
                <a:lnTo>
                  <a:pt x="2531" y="7616"/>
                </a:lnTo>
                <a:lnTo>
                  <a:pt x="2239" y="7373"/>
                </a:lnTo>
                <a:lnTo>
                  <a:pt x="1947" y="7105"/>
                </a:lnTo>
                <a:lnTo>
                  <a:pt x="1728" y="6911"/>
                </a:lnTo>
                <a:lnTo>
                  <a:pt x="1485" y="6716"/>
                </a:lnTo>
                <a:lnTo>
                  <a:pt x="1047" y="6375"/>
                </a:lnTo>
                <a:lnTo>
                  <a:pt x="828" y="6181"/>
                </a:lnTo>
                <a:close/>
                <a:moveTo>
                  <a:pt x="10098" y="8833"/>
                </a:moveTo>
                <a:lnTo>
                  <a:pt x="10658" y="9076"/>
                </a:lnTo>
                <a:lnTo>
                  <a:pt x="10366" y="9247"/>
                </a:lnTo>
                <a:lnTo>
                  <a:pt x="10098" y="9393"/>
                </a:lnTo>
                <a:lnTo>
                  <a:pt x="9758" y="9612"/>
                </a:lnTo>
                <a:lnTo>
                  <a:pt x="9612" y="9758"/>
                </a:lnTo>
                <a:lnTo>
                  <a:pt x="9466" y="9904"/>
                </a:lnTo>
                <a:lnTo>
                  <a:pt x="9125" y="9417"/>
                </a:lnTo>
                <a:lnTo>
                  <a:pt x="9198" y="9393"/>
                </a:lnTo>
                <a:lnTo>
                  <a:pt x="9271" y="9368"/>
                </a:lnTo>
                <a:lnTo>
                  <a:pt x="9417" y="9271"/>
                </a:lnTo>
                <a:lnTo>
                  <a:pt x="9660" y="9101"/>
                </a:lnTo>
                <a:lnTo>
                  <a:pt x="10098" y="8857"/>
                </a:lnTo>
                <a:lnTo>
                  <a:pt x="10098" y="8833"/>
                </a:lnTo>
                <a:close/>
                <a:moveTo>
                  <a:pt x="7324" y="9174"/>
                </a:moveTo>
                <a:lnTo>
                  <a:pt x="7446" y="9222"/>
                </a:lnTo>
                <a:lnTo>
                  <a:pt x="7519" y="9295"/>
                </a:lnTo>
                <a:lnTo>
                  <a:pt x="7738" y="9393"/>
                </a:lnTo>
                <a:lnTo>
                  <a:pt x="7738" y="9855"/>
                </a:lnTo>
                <a:lnTo>
                  <a:pt x="7738" y="10001"/>
                </a:lnTo>
                <a:lnTo>
                  <a:pt x="7495" y="9855"/>
                </a:lnTo>
                <a:lnTo>
                  <a:pt x="7251" y="9733"/>
                </a:lnTo>
                <a:lnTo>
                  <a:pt x="7105" y="9685"/>
                </a:lnTo>
                <a:lnTo>
                  <a:pt x="6984" y="9660"/>
                </a:lnTo>
                <a:lnTo>
                  <a:pt x="7324" y="9174"/>
                </a:lnTo>
                <a:close/>
                <a:moveTo>
                  <a:pt x="6911" y="9758"/>
                </a:moveTo>
                <a:lnTo>
                  <a:pt x="7008" y="9879"/>
                </a:lnTo>
                <a:lnTo>
                  <a:pt x="7130" y="10001"/>
                </a:lnTo>
                <a:lnTo>
                  <a:pt x="7373" y="10196"/>
                </a:lnTo>
                <a:lnTo>
                  <a:pt x="7543" y="10317"/>
                </a:lnTo>
                <a:lnTo>
                  <a:pt x="7762" y="10415"/>
                </a:lnTo>
                <a:lnTo>
                  <a:pt x="7762" y="10926"/>
                </a:lnTo>
                <a:lnTo>
                  <a:pt x="7470" y="10707"/>
                </a:lnTo>
                <a:lnTo>
                  <a:pt x="7203" y="10488"/>
                </a:lnTo>
                <a:lnTo>
                  <a:pt x="7057" y="10415"/>
                </a:lnTo>
                <a:lnTo>
                  <a:pt x="6911" y="10317"/>
                </a:lnTo>
                <a:lnTo>
                  <a:pt x="6741" y="10269"/>
                </a:lnTo>
                <a:lnTo>
                  <a:pt x="6570" y="10244"/>
                </a:lnTo>
                <a:lnTo>
                  <a:pt x="6911" y="9758"/>
                </a:lnTo>
                <a:close/>
                <a:moveTo>
                  <a:pt x="11072" y="9271"/>
                </a:moveTo>
                <a:lnTo>
                  <a:pt x="11291" y="9368"/>
                </a:lnTo>
                <a:lnTo>
                  <a:pt x="11266" y="9490"/>
                </a:lnTo>
                <a:lnTo>
                  <a:pt x="11266" y="9612"/>
                </a:lnTo>
                <a:lnTo>
                  <a:pt x="11096" y="9685"/>
                </a:lnTo>
                <a:lnTo>
                  <a:pt x="10950" y="9782"/>
                </a:lnTo>
                <a:lnTo>
                  <a:pt x="10658" y="9977"/>
                </a:lnTo>
                <a:lnTo>
                  <a:pt x="10293" y="10220"/>
                </a:lnTo>
                <a:lnTo>
                  <a:pt x="10123" y="10366"/>
                </a:lnTo>
                <a:lnTo>
                  <a:pt x="10050" y="10439"/>
                </a:lnTo>
                <a:lnTo>
                  <a:pt x="10001" y="10536"/>
                </a:lnTo>
                <a:lnTo>
                  <a:pt x="10001" y="10585"/>
                </a:lnTo>
                <a:lnTo>
                  <a:pt x="10025" y="10609"/>
                </a:lnTo>
                <a:lnTo>
                  <a:pt x="10123" y="10609"/>
                </a:lnTo>
                <a:lnTo>
                  <a:pt x="10220" y="10585"/>
                </a:lnTo>
                <a:lnTo>
                  <a:pt x="10390" y="10512"/>
                </a:lnTo>
                <a:lnTo>
                  <a:pt x="10561" y="10390"/>
                </a:lnTo>
                <a:lnTo>
                  <a:pt x="10731" y="10269"/>
                </a:lnTo>
                <a:lnTo>
                  <a:pt x="10999" y="10074"/>
                </a:lnTo>
                <a:lnTo>
                  <a:pt x="11291" y="9904"/>
                </a:lnTo>
                <a:lnTo>
                  <a:pt x="11339" y="10171"/>
                </a:lnTo>
                <a:lnTo>
                  <a:pt x="11412" y="10390"/>
                </a:lnTo>
                <a:lnTo>
                  <a:pt x="11145" y="10488"/>
                </a:lnTo>
                <a:lnTo>
                  <a:pt x="10877" y="10634"/>
                </a:lnTo>
                <a:lnTo>
                  <a:pt x="10731" y="10682"/>
                </a:lnTo>
                <a:lnTo>
                  <a:pt x="10561" y="10804"/>
                </a:lnTo>
                <a:lnTo>
                  <a:pt x="10415" y="10926"/>
                </a:lnTo>
                <a:lnTo>
                  <a:pt x="10342" y="10999"/>
                </a:lnTo>
                <a:lnTo>
                  <a:pt x="10317" y="11072"/>
                </a:lnTo>
                <a:lnTo>
                  <a:pt x="9879" y="10463"/>
                </a:lnTo>
                <a:lnTo>
                  <a:pt x="9587" y="10050"/>
                </a:lnTo>
                <a:lnTo>
                  <a:pt x="9733" y="10001"/>
                </a:lnTo>
                <a:lnTo>
                  <a:pt x="9904" y="9928"/>
                </a:lnTo>
                <a:lnTo>
                  <a:pt x="10196" y="9758"/>
                </a:lnTo>
                <a:lnTo>
                  <a:pt x="10634" y="9514"/>
                </a:lnTo>
                <a:lnTo>
                  <a:pt x="11047" y="9295"/>
                </a:lnTo>
                <a:lnTo>
                  <a:pt x="11072" y="9271"/>
                </a:lnTo>
                <a:close/>
                <a:moveTo>
                  <a:pt x="11534" y="10780"/>
                </a:moveTo>
                <a:lnTo>
                  <a:pt x="11656" y="11193"/>
                </a:lnTo>
                <a:lnTo>
                  <a:pt x="11631" y="11193"/>
                </a:lnTo>
                <a:lnTo>
                  <a:pt x="11437" y="11364"/>
                </a:lnTo>
                <a:lnTo>
                  <a:pt x="11218" y="11510"/>
                </a:lnTo>
                <a:lnTo>
                  <a:pt x="11023" y="11631"/>
                </a:lnTo>
                <a:lnTo>
                  <a:pt x="10828" y="11753"/>
                </a:lnTo>
                <a:lnTo>
                  <a:pt x="10804" y="11777"/>
                </a:lnTo>
                <a:lnTo>
                  <a:pt x="10439" y="11242"/>
                </a:lnTo>
                <a:lnTo>
                  <a:pt x="10512" y="11242"/>
                </a:lnTo>
                <a:lnTo>
                  <a:pt x="10585" y="11218"/>
                </a:lnTo>
                <a:lnTo>
                  <a:pt x="10731" y="11145"/>
                </a:lnTo>
                <a:lnTo>
                  <a:pt x="10999" y="10974"/>
                </a:lnTo>
                <a:lnTo>
                  <a:pt x="11534" y="10780"/>
                </a:lnTo>
                <a:close/>
                <a:moveTo>
                  <a:pt x="6522" y="10342"/>
                </a:moveTo>
                <a:lnTo>
                  <a:pt x="6668" y="10439"/>
                </a:lnTo>
                <a:lnTo>
                  <a:pt x="6838" y="10561"/>
                </a:lnTo>
                <a:lnTo>
                  <a:pt x="7105" y="10853"/>
                </a:lnTo>
                <a:lnTo>
                  <a:pt x="7251" y="10999"/>
                </a:lnTo>
                <a:lnTo>
                  <a:pt x="7397" y="11120"/>
                </a:lnTo>
                <a:lnTo>
                  <a:pt x="7568" y="11218"/>
                </a:lnTo>
                <a:lnTo>
                  <a:pt x="7738" y="11291"/>
                </a:lnTo>
                <a:lnTo>
                  <a:pt x="7762" y="11291"/>
                </a:lnTo>
                <a:lnTo>
                  <a:pt x="7762" y="12021"/>
                </a:lnTo>
                <a:lnTo>
                  <a:pt x="7665" y="11948"/>
                </a:lnTo>
                <a:lnTo>
                  <a:pt x="7568" y="11875"/>
                </a:lnTo>
                <a:lnTo>
                  <a:pt x="7397" y="11704"/>
                </a:lnTo>
                <a:lnTo>
                  <a:pt x="7057" y="11364"/>
                </a:lnTo>
                <a:lnTo>
                  <a:pt x="6862" y="11193"/>
                </a:lnTo>
                <a:lnTo>
                  <a:pt x="6619" y="11072"/>
                </a:lnTo>
                <a:lnTo>
                  <a:pt x="6376" y="10999"/>
                </a:lnTo>
                <a:lnTo>
                  <a:pt x="6132" y="10926"/>
                </a:lnTo>
                <a:lnTo>
                  <a:pt x="6522" y="10342"/>
                </a:lnTo>
                <a:close/>
                <a:moveTo>
                  <a:pt x="11753" y="11510"/>
                </a:moveTo>
                <a:lnTo>
                  <a:pt x="11826" y="11802"/>
                </a:lnTo>
                <a:lnTo>
                  <a:pt x="11704" y="11826"/>
                </a:lnTo>
                <a:lnTo>
                  <a:pt x="11607" y="11899"/>
                </a:lnTo>
                <a:lnTo>
                  <a:pt x="11412" y="12021"/>
                </a:lnTo>
                <a:lnTo>
                  <a:pt x="11291" y="12167"/>
                </a:lnTo>
                <a:lnTo>
                  <a:pt x="11218" y="12240"/>
                </a:lnTo>
                <a:lnTo>
                  <a:pt x="11193" y="12313"/>
                </a:lnTo>
                <a:lnTo>
                  <a:pt x="10901" y="11899"/>
                </a:lnTo>
                <a:lnTo>
                  <a:pt x="11120" y="11850"/>
                </a:lnTo>
                <a:lnTo>
                  <a:pt x="11339" y="11777"/>
                </a:lnTo>
                <a:lnTo>
                  <a:pt x="11558" y="11656"/>
                </a:lnTo>
                <a:lnTo>
                  <a:pt x="11753" y="11510"/>
                </a:lnTo>
                <a:close/>
                <a:moveTo>
                  <a:pt x="6059" y="11047"/>
                </a:moveTo>
                <a:lnTo>
                  <a:pt x="6303" y="11218"/>
                </a:lnTo>
                <a:lnTo>
                  <a:pt x="6546" y="11388"/>
                </a:lnTo>
                <a:lnTo>
                  <a:pt x="6789" y="11583"/>
                </a:lnTo>
                <a:lnTo>
                  <a:pt x="6984" y="11802"/>
                </a:lnTo>
                <a:lnTo>
                  <a:pt x="7251" y="12069"/>
                </a:lnTo>
                <a:lnTo>
                  <a:pt x="7397" y="12215"/>
                </a:lnTo>
                <a:lnTo>
                  <a:pt x="7543" y="12313"/>
                </a:lnTo>
                <a:lnTo>
                  <a:pt x="7276" y="12459"/>
                </a:lnTo>
                <a:lnTo>
                  <a:pt x="7154" y="12386"/>
                </a:lnTo>
                <a:lnTo>
                  <a:pt x="7008" y="12337"/>
                </a:lnTo>
                <a:lnTo>
                  <a:pt x="6765" y="12215"/>
                </a:lnTo>
                <a:lnTo>
                  <a:pt x="6522" y="12069"/>
                </a:lnTo>
                <a:lnTo>
                  <a:pt x="6327" y="11948"/>
                </a:lnTo>
                <a:lnTo>
                  <a:pt x="6157" y="11802"/>
                </a:lnTo>
                <a:lnTo>
                  <a:pt x="5962" y="11656"/>
                </a:lnTo>
                <a:lnTo>
                  <a:pt x="5767" y="11534"/>
                </a:lnTo>
                <a:lnTo>
                  <a:pt x="6059" y="11047"/>
                </a:lnTo>
                <a:close/>
                <a:moveTo>
                  <a:pt x="5670" y="11680"/>
                </a:moveTo>
                <a:lnTo>
                  <a:pt x="5719" y="11777"/>
                </a:lnTo>
                <a:lnTo>
                  <a:pt x="5792" y="11850"/>
                </a:lnTo>
                <a:lnTo>
                  <a:pt x="5938" y="12021"/>
                </a:lnTo>
                <a:lnTo>
                  <a:pt x="6108" y="12167"/>
                </a:lnTo>
                <a:lnTo>
                  <a:pt x="6278" y="12288"/>
                </a:lnTo>
                <a:lnTo>
                  <a:pt x="6546" y="12483"/>
                </a:lnTo>
                <a:lnTo>
                  <a:pt x="6716" y="12580"/>
                </a:lnTo>
                <a:lnTo>
                  <a:pt x="6887" y="12678"/>
                </a:lnTo>
                <a:lnTo>
                  <a:pt x="6522" y="12848"/>
                </a:lnTo>
                <a:lnTo>
                  <a:pt x="6230" y="12653"/>
                </a:lnTo>
                <a:lnTo>
                  <a:pt x="5938" y="12434"/>
                </a:lnTo>
                <a:lnTo>
                  <a:pt x="5694" y="12215"/>
                </a:lnTo>
                <a:lnTo>
                  <a:pt x="5475" y="12021"/>
                </a:lnTo>
                <a:lnTo>
                  <a:pt x="5621" y="11777"/>
                </a:lnTo>
                <a:lnTo>
                  <a:pt x="5670" y="11680"/>
                </a:lnTo>
                <a:close/>
                <a:moveTo>
                  <a:pt x="11899" y="12094"/>
                </a:moveTo>
                <a:lnTo>
                  <a:pt x="12021" y="12605"/>
                </a:lnTo>
                <a:lnTo>
                  <a:pt x="11899" y="12726"/>
                </a:lnTo>
                <a:lnTo>
                  <a:pt x="11777" y="12848"/>
                </a:lnTo>
                <a:lnTo>
                  <a:pt x="11729" y="12921"/>
                </a:lnTo>
                <a:lnTo>
                  <a:pt x="11680" y="12994"/>
                </a:lnTo>
                <a:lnTo>
                  <a:pt x="11680" y="13018"/>
                </a:lnTo>
                <a:lnTo>
                  <a:pt x="11266" y="12434"/>
                </a:lnTo>
                <a:lnTo>
                  <a:pt x="11412" y="12386"/>
                </a:lnTo>
                <a:lnTo>
                  <a:pt x="11558" y="12313"/>
                </a:lnTo>
                <a:lnTo>
                  <a:pt x="11729" y="12215"/>
                </a:lnTo>
                <a:lnTo>
                  <a:pt x="11899" y="12094"/>
                </a:lnTo>
                <a:close/>
                <a:moveTo>
                  <a:pt x="5329" y="12240"/>
                </a:moveTo>
                <a:lnTo>
                  <a:pt x="5402" y="12361"/>
                </a:lnTo>
                <a:lnTo>
                  <a:pt x="5500" y="12483"/>
                </a:lnTo>
                <a:lnTo>
                  <a:pt x="5670" y="12678"/>
                </a:lnTo>
                <a:lnTo>
                  <a:pt x="5913" y="12897"/>
                </a:lnTo>
                <a:lnTo>
                  <a:pt x="6157" y="13067"/>
                </a:lnTo>
                <a:lnTo>
                  <a:pt x="5743" y="13335"/>
                </a:lnTo>
                <a:lnTo>
                  <a:pt x="5646" y="13310"/>
                </a:lnTo>
                <a:lnTo>
                  <a:pt x="5475" y="13237"/>
                </a:lnTo>
                <a:lnTo>
                  <a:pt x="5305" y="13164"/>
                </a:lnTo>
                <a:lnTo>
                  <a:pt x="5135" y="13043"/>
                </a:lnTo>
                <a:lnTo>
                  <a:pt x="4940" y="12970"/>
                </a:lnTo>
                <a:lnTo>
                  <a:pt x="4891" y="12945"/>
                </a:lnTo>
                <a:lnTo>
                  <a:pt x="5110" y="12605"/>
                </a:lnTo>
                <a:lnTo>
                  <a:pt x="5329" y="12240"/>
                </a:lnTo>
                <a:close/>
                <a:moveTo>
                  <a:pt x="12094" y="13043"/>
                </a:moveTo>
                <a:lnTo>
                  <a:pt x="12215" y="13748"/>
                </a:lnTo>
                <a:lnTo>
                  <a:pt x="11802" y="13189"/>
                </a:lnTo>
                <a:lnTo>
                  <a:pt x="11850" y="13189"/>
                </a:lnTo>
                <a:lnTo>
                  <a:pt x="11923" y="13164"/>
                </a:lnTo>
                <a:lnTo>
                  <a:pt x="11972" y="13140"/>
                </a:lnTo>
                <a:lnTo>
                  <a:pt x="12094" y="13043"/>
                </a:lnTo>
                <a:close/>
                <a:moveTo>
                  <a:pt x="4745" y="13140"/>
                </a:moveTo>
                <a:lnTo>
                  <a:pt x="4891" y="13310"/>
                </a:lnTo>
                <a:lnTo>
                  <a:pt x="5062" y="13456"/>
                </a:lnTo>
                <a:lnTo>
                  <a:pt x="5305" y="13602"/>
                </a:lnTo>
                <a:lnTo>
                  <a:pt x="4964" y="13846"/>
                </a:lnTo>
                <a:lnTo>
                  <a:pt x="4891" y="13773"/>
                </a:lnTo>
                <a:lnTo>
                  <a:pt x="4818" y="13700"/>
                </a:lnTo>
                <a:lnTo>
                  <a:pt x="4648" y="13627"/>
                </a:lnTo>
                <a:lnTo>
                  <a:pt x="4551" y="13554"/>
                </a:lnTo>
                <a:lnTo>
                  <a:pt x="4405" y="13529"/>
                </a:lnTo>
                <a:lnTo>
                  <a:pt x="4575" y="13335"/>
                </a:lnTo>
                <a:lnTo>
                  <a:pt x="4745" y="13140"/>
                </a:lnTo>
                <a:close/>
                <a:moveTo>
                  <a:pt x="8200" y="8833"/>
                </a:moveTo>
                <a:lnTo>
                  <a:pt x="8371" y="9076"/>
                </a:lnTo>
                <a:lnTo>
                  <a:pt x="8663" y="9514"/>
                </a:lnTo>
                <a:lnTo>
                  <a:pt x="8979" y="9928"/>
                </a:lnTo>
                <a:lnTo>
                  <a:pt x="9587" y="10780"/>
                </a:lnTo>
                <a:lnTo>
                  <a:pt x="10171" y="11583"/>
                </a:lnTo>
                <a:lnTo>
                  <a:pt x="10731" y="12410"/>
                </a:lnTo>
                <a:lnTo>
                  <a:pt x="11291" y="13213"/>
                </a:lnTo>
                <a:lnTo>
                  <a:pt x="11850" y="13992"/>
                </a:lnTo>
                <a:lnTo>
                  <a:pt x="11729" y="13943"/>
                </a:lnTo>
                <a:lnTo>
                  <a:pt x="11072" y="13554"/>
                </a:lnTo>
                <a:lnTo>
                  <a:pt x="10415" y="13189"/>
                </a:lnTo>
                <a:lnTo>
                  <a:pt x="9831" y="12921"/>
                </a:lnTo>
                <a:lnTo>
                  <a:pt x="9539" y="12799"/>
                </a:lnTo>
                <a:lnTo>
                  <a:pt x="9222" y="12678"/>
                </a:lnTo>
                <a:lnTo>
                  <a:pt x="8760" y="12507"/>
                </a:lnTo>
                <a:lnTo>
                  <a:pt x="8517" y="12410"/>
                </a:lnTo>
                <a:lnTo>
                  <a:pt x="8273" y="12337"/>
                </a:lnTo>
                <a:lnTo>
                  <a:pt x="8273" y="12288"/>
                </a:lnTo>
                <a:lnTo>
                  <a:pt x="8322" y="11996"/>
                </a:lnTo>
                <a:lnTo>
                  <a:pt x="8346" y="11680"/>
                </a:lnTo>
                <a:lnTo>
                  <a:pt x="8346" y="11388"/>
                </a:lnTo>
                <a:lnTo>
                  <a:pt x="8322" y="11072"/>
                </a:lnTo>
                <a:lnTo>
                  <a:pt x="8273" y="10463"/>
                </a:lnTo>
                <a:lnTo>
                  <a:pt x="8225" y="9855"/>
                </a:lnTo>
                <a:lnTo>
                  <a:pt x="8200" y="8833"/>
                </a:lnTo>
                <a:close/>
                <a:moveTo>
                  <a:pt x="7324" y="8346"/>
                </a:moveTo>
                <a:lnTo>
                  <a:pt x="6935" y="8906"/>
                </a:lnTo>
                <a:lnTo>
                  <a:pt x="6570" y="9441"/>
                </a:lnTo>
                <a:lnTo>
                  <a:pt x="5962" y="10439"/>
                </a:lnTo>
                <a:lnTo>
                  <a:pt x="5354" y="11437"/>
                </a:lnTo>
                <a:lnTo>
                  <a:pt x="4818" y="12386"/>
                </a:lnTo>
                <a:lnTo>
                  <a:pt x="4502" y="12848"/>
                </a:lnTo>
                <a:lnTo>
                  <a:pt x="4356" y="13067"/>
                </a:lnTo>
                <a:lnTo>
                  <a:pt x="4161" y="13286"/>
                </a:lnTo>
                <a:lnTo>
                  <a:pt x="3967" y="13529"/>
                </a:lnTo>
                <a:lnTo>
                  <a:pt x="3796" y="13773"/>
                </a:lnTo>
                <a:lnTo>
                  <a:pt x="3650" y="14040"/>
                </a:lnTo>
                <a:lnTo>
                  <a:pt x="3504" y="14308"/>
                </a:lnTo>
                <a:lnTo>
                  <a:pt x="3577" y="13578"/>
                </a:lnTo>
                <a:lnTo>
                  <a:pt x="3699" y="12897"/>
                </a:lnTo>
                <a:lnTo>
                  <a:pt x="3821" y="12215"/>
                </a:lnTo>
                <a:lnTo>
                  <a:pt x="3967" y="11558"/>
                </a:lnTo>
                <a:lnTo>
                  <a:pt x="4113" y="10926"/>
                </a:lnTo>
                <a:lnTo>
                  <a:pt x="4234" y="10269"/>
                </a:lnTo>
                <a:lnTo>
                  <a:pt x="4332" y="9612"/>
                </a:lnTo>
                <a:lnTo>
                  <a:pt x="4307" y="9539"/>
                </a:lnTo>
                <a:lnTo>
                  <a:pt x="4453" y="9587"/>
                </a:lnTo>
                <a:lnTo>
                  <a:pt x="4624" y="9563"/>
                </a:lnTo>
                <a:lnTo>
                  <a:pt x="4818" y="9514"/>
                </a:lnTo>
                <a:lnTo>
                  <a:pt x="5013" y="9441"/>
                </a:lnTo>
                <a:lnTo>
                  <a:pt x="5354" y="9271"/>
                </a:lnTo>
                <a:lnTo>
                  <a:pt x="5646" y="9149"/>
                </a:lnTo>
                <a:lnTo>
                  <a:pt x="6497" y="8760"/>
                </a:lnTo>
                <a:lnTo>
                  <a:pt x="7324" y="8346"/>
                </a:lnTo>
                <a:close/>
                <a:moveTo>
                  <a:pt x="4234" y="13700"/>
                </a:moveTo>
                <a:lnTo>
                  <a:pt x="4307" y="13773"/>
                </a:lnTo>
                <a:lnTo>
                  <a:pt x="4380" y="13821"/>
                </a:lnTo>
                <a:lnTo>
                  <a:pt x="4551" y="13943"/>
                </a:lnTo>
                <a:lnTo>
                  <a:pt x="4697" y="14016"/>
                </a:lnTo>
                <a:lnTo>
                  <a:pt x="4307" y="14259"/>
                </a:lnTo>
                <a:lnTo>
                  <a:pt x="4161" y="14332"/>
                </a:lnTo>
                <a:lnTo>
                  <a:pt x="3991" y="14405"/>
                </a:lnTo>
                <a:lnTo>
                  <a:pt x="3650" y="14502"/>
                </a:lnTo>
                <a:lnTo>
                  <a:pt x="3748" y="14429"/>
                </a:lnTo>
                <a:lnTo>
                  <a:pt x="3821" y="14332"/>
                </a:lnTo>
                <a:lnTo>
                  <a:pt x="3967" y="14113"/>
                </a:lnTo>
                <a:lnTo>
                  <a:pt x="4113" y="13894"/>
                </a:lnTo>
                <a:lnTo>
                  <a:pt x="4234" y="13700"/>
                </a:lnTo>
                <a:close/>
                <a:moveTo>
                  <a:pt x="7835" y="0"/>
                </a:moveTo>
                <a:lnTo>
                  <a:pt x="7762" y="25"/>
                </a:lnTo>
                <a:lnTo>
                  <a:pt x="7689" y="73"/>
                </a:lnTo>
                <a:lnTo>
                  <a:pt x="7641" y="73"/>
                </a:lnTo>
                <a:lnTo>
                  <a:pt x="7495" y="146"/>
                </a:lnTo>
                <a:lnTo>
                  <a:pt x="7373" y="244"/>
                </a:lnTo>
                <a:lnTo>
                  <a:pt x="7276" y="341"/>
                </a:lnTo>
                <a:lnTo>
                  <a:pt x="7178" y="463"/>
                </a:lnTo>
                <a:lnTo>
                  <a:pt x="6984" y="730"/>
                </a:lnTo>
                <a:lnTo>
                  <a:pt x="6838" y="1047"/>
                </a:lnTo>
                <a:lnTo>
                  <a:pt x="6716" y="1387"/>
                </a:lnTo>
                <a:lnTo>
                  <a:pt x="6619" y="1704"/>
                </a:lnTo>
                <a:lnTo>
                  <a:pt x="6449" y="2288"/>
                </a:lnTo>
                <a:lnTo>
                  <a:pt x="6230" y="2920"/>
                </a:lnTo>
                <a:lnTo>
                  <a:pt x="6108" y="3237"/>
                </a:lnTo>
                <a:lnTo>
                  <a:pt x="5962" y="3529"/>
                </a:lnTo>
                <a:lnTo>
                  <a:pt x="5767" y="3845"/>
                </a:lnTo>
                <a:lnTo>
                  <a:pt x="5548" y="4161"/>
                </a:lnTo>
                <a:lnTo>
                  <a:pt x="5378" y="4478"/>
                </a:lnTo>
                <a:lnTo>
                  <a:pt x="5281" y="4648"/>
                </a:lnTo>
                <a:lnTo>
                  <a:pt x="5208" y="4818"/>
                </a:lnTo>
                <a:lnTo>
                  <a:pt x="4891" y="4916"/>
                </a:lnTo>
                <a:lnTo>
                  <a:pt x="4575" y="4989"/>
                </a:lnTo>
                <a:lnTo>
                  <a:pt x="3918" y="5110"/>
                </a:lnTo>
                <a:lnTo>
                  <a:pt x="2580" y="5305"/>
                </a:lnTo>
                <a:lnTo>
                  <a:pt x="1801" y="5402"/>
                </a:lnTo>
                <a:lnTo>
                  <a:pt x="998" y="5500"/>
                </a:lnTo>
                <a:lnTo>
                  <a:pt x="755" y="5524"/>
                </a:lnTo>
                <a:lnTo>
                  <a:pt x="511" y="5524"/>
                </a:lnTo>
                <a:lnTo>
                  <a:pt x="244" y="5548"/>
                </a:lnTo>
                <a:lnTo>
                  <a:pt x="146" y="5597"/>
                </a:lnTo>
                <a:lnTo>
                  <a:pt x="49" y="5646"/>
                </a:lnTo>
                <a:lnTo>
                  <a:pt x="0" y="5719"/>
                </a:lnTo>
                <a:lnTo>
                  <a:pt x="0" y="5792"/>
                </a:lnTo>
                <a:lnTo>
                  <a:pt x="0" y="5865"/>
                </a:lnTo>
                <a:lnTo>
                  <a:pt x="0" y="5962"/>
                </a:lnTo>
                <a:lnTo>
                  <a:pt x="49" y="6035"/>
                </a:lnTo>
                <a:lnTo>
                  <a:pt x="146" y="6229"/>
                </a:lnTo>
                <a:lnTo>
                  <a:pt x="292" y="6375"/>
                </a:lnTo>
                <a:lnTo>
                  <a:pt x="438" y="6497"/>
                </a:lnTo>
                <a:lnTo>
                  <a:pt x="682" y="6716"/>
                </a:lnTo>
                <a:lnTo>
                  <a:pt x="925" y="6935"/>
                </a:lnTo>
                <a:lnTo>
                  <a:pt x="1460" y="7349"/>
                </a:lnTo>
                <a:lnTo>
                  <a:pt x="1971" y="7811"/>
                </a:lnTo>
                <a:lnTo>
                  <a:pt x="2507" y="8273"/>
                </a:lnTo>
                <a:lnTo>
                  <a:pt x="2847" y="8565"/>
                </a:lnTo>
                <a:lnTo>
                  <a:pt x="3188" y="8882"/>
                </a:lnTo>
                <a:lnTo>
                  <a:pt x="3504" y="9222"/>
                </a:lnTo>
                <a:lnTo>
                  <a:pt x="3650" y="9417"/>
                </a:lnTo>
                <a:lnTo>
                  <a:pt x="3772" y="9612"/>
                </a:lnTo>
                <a:lnTo>
                  <a:pt x="3821" y="9685"/>
                </a:lnTo>
                <a:lnTo>
                  <a:pt x="3918" y="9709"/>
                </a:lnTo>
                <a:lnTo>
                  <a:pt x="3748" y="10342"/>
                </a:lnTo>
                <a:lnTo>
                  <a:pt x="3602" y="10974"/>
                </a:lnTo>
                <a:lnTo>
                  <a:pt x="3334" y="12264"/>
                </a:lnTo>
                <a:lnTo>
                  <a:pt x="3212" y="12872"/>
                </a:lnTo>
                <a:lnTo>
                  <a:pt x="3091" y="13529"/>
                </a:lnTo>
                <a:lnTo>
                  <a:pt x="3042" y="13870"/>
                </a:lnTo>
                <a:lnTo>
                  <a:pt x="2993" y="14186"/>
                </a:lnTo>
                <a:lnTo>
                  <a:pt x="2993" y="14502"/>
                </a:lnTo>
                <a:lnTo>
                  <a:pt x="3018" y="14819"/>
                </a:lnTo>
                <a:lnTo>
                  <a:pt x="3042" y="14916"/>
                </a:lnTo>
                <a:lnTo>
                  <a:pt x="3091" y="14965"/>
                </a:lnTo>
                <a:lnTo>
                  <a:pt x="3188" y="15013"/>
                </a:lnTo>
                <a:lnTo>
                  <a:pt x="3261" y="15013"/>
                </a:lnTo>
                <a:lnTo>
                  <a:pt x="3383" y="15038"/>
                </a:lnTo>
                <a:lnTo>
                  <a:pt x="3529" y="15062"/>
                </a:lnTo>
                <a:lnTo>
                  <a:pt x="3675" y="15038"/>
                </a:lnTo>
                <a:lnTo>
                  <a:pt x="3796" y="15013"/>
                </a:lnTo>
                <a:lnTo>
                  <a:pt x="4088" y="14940"/>
                </a:lnTo>
                <a:lnTo>
                  <a:pt x="4405" y="14794"/>
                </a:lnTo>
                <a:lnTo>
                  <a:pt x="4672" y="14624"/>
                </a:lnTo>
                <a:lnTo>
                  <a:pt x="4964" y="14454"/>
                </a:lnTo>
                <a:lnTo>
                  <a:pt x="5402" y="14138"/>
                </a:lnTo>
                <a:lnTo>
                  <a:pt x="5719" y="13943"/>
                </a:lnTo>
                <a:lnTo>
                  <a:pt x="6035" y="13748"/>
                </a:lnTo>
                <a:lnTo>
                  <a:pt x="6716" y="13383"/>
                </a:lnTo>
                <a:lnTo>
                  <a:pt x="7373" y="13018"/>
                </a:lnTo>
                <a:lnTo>
                  <a:pt x="7689" y="12824"/>
                </a:lnTo>
                <a:lnTo>
                  <a:pt x="8006" y="12629"/>
                </a:lnTo>
                <a:lnTo>
                  <a:pt x="8127" y="12726"/>
                </a:lnTo>
                <a:lnTo>
                  <a:pt x="8273" y="12799"/>
                </a:lnTo>
                <a:lnTo>
                  <a:pt x="8590" y="12945"/>
                </a:lnTo>
                <a:lnTo>
                  <a:pt x="9320" y="13213"/>
                </a:lnTo>
                <a:lnTo>
                  <a:pt x="9685" y="13383"/>
                </a:lnTo>
                <a:lnTo>
                  <a:pt x="10050" y="13554"/>
                </a:lnTo>
                <a:lnTo>
                  <a:pt x="10707" y="13894"/>
                </a:lnTo>
                <a:lnTo>
                  <a:pt x="11364" y="14283"/>
                </a:lnTo>
                <a:lnTo>
                  <a:pt x="11607" y="14454"/>
                </a:lnTo>
                <a:lnTo>
                  <a:pt x="11875" y="14624"/>
                </a:lnTo>
                <a:lnTo>
                  <a:pt x="12021" y="14697"/>
                </a:lnTo>
                <a:lnTo>
                  <a:pt x="12167" y="14770"/>
                </a:lnTo>
                <a:lnTo>
                  <a:pt x="12313" y="14794"/>
                </a:lnTo>
                <a:lnTo>
                  <a:pt x="12459" y="14770"/>
                </a:lnTo>
                <a:lnTo>
                  <a:pt x="12507" y="14770"/>
                </a:lnTo>
                <a:lnTo>
                  <a:pt x="12532" y="14721"/>
                </a:lnTo>
                <a:lnTo>
                  <a:pt x="12629" y="14697"/>
                </a:lnTo>
                <a:lnTo>
                  <a:pt x="12702" y="14648"/>
                </a:lnTo>
                <a:lnTo>
                  <a:pt x="12751" y="14575"/>
                </a:lnTo>
                <a:lnTo>
                  <a:pt x="12775" y="14478"/>
                </a:lnTo>
                <a:lnTo>
                  <a:pt x="12751" y="14065"/>
                </a:lnTo>
                <a:lnTo>
                  <a:pt x="12702" y="13651"/>
                </a:lnTo>
                <a:lnTo>
                  <a:pt x="12629" y="13262"/>
                </a:lnTo>
                <a:lnTo>
                  <a:pt x="12556" y="12848"/>
                </a:lnTo>
                <a:lnTo>
                  <a:pt x="12337" y="12045"/>
                </a:lnTo>
                <a:lnTo>
                  <a:pt x="12118" y="11242"/>
                </a:lnTo>
                <a:lnTo>
                  <a:pt x="11899" y="10463"/>
                </a:lnTo>
                <a:lnTo>
                  <a:pt x="11875" y="10390"/>
                </a:lnTo>
                <a:lnTo>
                  <a:pt x="11680" y="9685"/>
                </a:lnTo>
                <a:lnTo>
                  <a:pt x="11680" y="9636"/>
                </a:lnTo>
                <a:lnTo>
                  <a:pt x="11656" y="9563"/>
                </a:lnTo>
                <a:lnTo>
                  <a:pt x="11631" y="9514"/>
                </a:lnTo>
                <a:lnTo>
                  <a:pt x="11680" y="9490"/>
                </a:lnTo>
                <a:lnTo>
                  <a:pt x="11729" y="9466"/>
                </a:lnTo>
                <a:lnTo>
                  <a:pt x="11802" y="9393"/>
                </a:lnTo>
                <a:lnTo>
                  <a:pt x="11850" y="9344"/>
                </a:lnTo>
                <a:lnTo>
                  <a:pt x="12094" y="9101"/>
                </a:lnTo>
                <a:lnTo>
                  <a:pt x="12361" y="8882"/>
                </a:lnTo>
                <a:lnTo>
                  <a:pt x="12897" y="8419"/>
                </a:lnTo>
                <a:lnTo>
                  <a:pt x="13432" y="8006"/>
                </a:lnTo>
                <a:lnTo>
                  <a:pt x="13967" y="7568"/>
                </a:lnTo>
                <a:lnTo>
                  <a:pt x="14211" y="7324"/>
                </a:lnTo>
                <a:lnTo>
                  <a:pt x="14454" y="7105"/>
                </a:lnTo>
                <a:lnTo>
                  <a:pt x="14697" y="6838"/>
                </a:lnTo>
                <a:lnTo>
                  <a:pt x="14892" y="6570"/>
                </a:lnTo>
                <a:lnTo>
                  <a:pt x="15232" y="6205"/>
                </a:lnTo>
                <a:lnTo>
                  <a:pt x="15403" y="5986"/>
                </a:lnTo>
                <a:lnTo>
                  <a:pt x="15451" y="5889"/>
                </a:lnTo>
                <a:lnTo>
                  <a:pt x="15500" y="5767"/>
                </a:lnTo>
                <a:lnTo>
                  <a:pt x="15500" y="5743"/>
                </a:lnTo>
                <a:lnTo>
                  <a:pt x="15476" y="5646"/>
                </a:lnTo>
                <a:lnTo>
                  <a:pt x="15427" y="5573"/>
                </a:lnTo>
                <a:lnTo>
                  <a:pt x="15354" y="5475"/>
                </a:lnTo>
                <a:lnTo>
                  <a:pt x="15257" y="5427"/>
                </a:lnTo>
                <a:lnTo>
                  <a:pt x="15135" y="5378"/>
                </a:lnTo>
                <a:lnTo>
                  <a:pt x="15013" y="5354"/>
                </a:lnTo>
                <a:lnTo>
                  <a:pt x="14770" y="5329"/>
                </a:lnTo>
                <a:lnTo>
                  <a:pt x="14527" y="5305"/>
                </a:lnTo>
                <a:lnTo>
                  <a:pt x="13797" y="5256"/>
                </a:lnTo>
                <a:lnTo>
                  <a:pt x="13091" y="5208"/>
                </a:lnTo>
                <a:lnTo>
                  <a:pt x="12410" y="5208"/>
                </a:lnTo>
                <a:lnTo>
                  <a:pt x="11753" y="5159"/>
                </a:lnTo>
                <a:lnTo>
                  <a:pt x="11485" y="5135"/>
                </a:lnTo>
                <a:lnTo>
                  <a:pt x="11218" y="5086"/>
                </a:lnTo>
                <a:lnTo>
                  <a:pt x="10950" y="5013"/>
                </a:lnTo>
                <a:lnTo>
                  <a:pt x="10682" y="4989"/>
                </a:lnTo>
                <a:lnTo>
                  <a:pt x="10658" y="4940"/>
                </a:lnTo>
                <a:lnTo>
                  <a:pt x="10634" y="4867"/>
                </a:lnTo>
                <a:lnTo>
                  <a:pt x="10415" y="4599"/>
                </a:lnTo>
                <a:lnTo>
                  <a:pt x="10220" y="4332"/>
                </a:lnTo>
                <a:lnTo>
                  <a:pt x="10025" y="4040"/>
                </a:lnTo>
                <a:lnTo>
                  <a:pt x="9855" y="3748"/>
                </a:lnTo>
                <a:lnTo>
                  <a:pt x="9514" y="3164"/>
                </a:lnTo>
                <a:lnTo>
                  <a:pt x="9222" y="2531"/>
                </a:lnTo>
                <a:lnTo>
                  <a:pt x="8638" y="1290"/>
                </a:lnTo>
                <a:lnTo>
                  <a:pt x="8322" y="682"/>
                </a:lnTo>
                <a:lnTo>
                  <a:pt x="7981" y="73"/>
                </a:lnTo>
                <a:lnTo>
                  <a:pt x="7908" y="25"/>
                </a:lnTo>
                <a:lnTo>
                  <a:pt x="7835"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6D9EEB"/>
              </a:solidFill>
              <a:latin typeface="Arial"/>
              <a:ea typeface="Arial"/>
              <a:cs typeface="Arial"/>
              <a:sym typeface="Arial"/>
            </a:endParaRPr>
          </a:p>
        </p:txBody>
      </p:sp>
      <p:sp>
        <p:nvSpPr>
          <p:cNvPr id="696" name="Google Shape;696;gcb4749a3c8_0_803"/>
          <p:cNvSpPr/>
          <p:nvPr/>
        </p:nvSpPr>
        <p:spPr>
          <a:xfrm rot="2487106">
            <a:off x="5887685" y="3256298"/>
            <a:ext cx="303293" cy="294723"/>
          </a:xfrm>
          <a:custGeom>
            <a:rect b="b" l="l" r="r" t="t"/>
            <a:pathLst>
              <a:path extrusionOk="0" h="15063" w="15501">
                <a:moveTo>
                  <a:pt x="7957" y="925"/>
                </a:moveTo>
                <a:lnTo>
                  <a:pt x="8249" y="1533"/>
                </a:lnTo>
                <a:lnTo>
                  <a:pt x="8103" y="1606"/>
                </a:lnTo>
                <a:lnTo>
                  <a:pt x="7957" y="1704"/>
                </a:lnTo>
                <a:lnTo>
                  <a:pt x="7933" y="1752"/>
                </a:lnTo>
                <a:lnTo>
                  <a:pt x="7933" y="1339"/>
                </a:lnTo>
                <a:lnTo>
                  <a:pt x="7957" y="925"/>
                </a:lnTo>
                <a:close/>
                <a:moveTo>
                  <a:pt x="8371" y="1801"/>
                </a:moveTo>
                <a:lnTo>
                  <a:pt x="8492" y="2020"/>
                </a:lnTo>
                <a:lnTo>
                  <a:pt x="8346" y="2117"/>
                </a:lnTo>
                <a:lnTo>
                  <a:pt x="8200" y="2215"/>
                </a:lnTo>
                <a:lnTo>
                  <a:pt x="8079" y="2288"/>
                </a:lnTo>
                <a:lnTo>
                  <a:pt x="7957" y="2409"/>
                </a:lnTo>
                <a:lnTo>
                  <a:pt x="7933" y="2069"/>
                </a:lnTo>
                <a:lnTo>
                  <a:pt x="8127" y="1971"/>
                </a:lnTo>
                <a:lnTo>
                  <a:pt x="8249" y="1898"/>
                </a:lnTo>
                <a:lnTo>
                  <a:pt x="8371" y="1801"/>
                </a:lnTo>
                <a:close/>
                <a:moveTo>
                  <a:pt x="8663" y="2336"/>
                </a:moveTo>
                <a:lnTo>
                  <a:pt x="8784" y="2628"/>
                </a:lnTo>
                <a:lnTo>
                  <a:pt x="8687" y="2653"/>
                </a:lnTo>
                <a:lnTo>
                  <a:pt x="8590" y="2726"/>
                </a:lnTo>
                <a:lnTo>
                  <a:pt x="8419" y="2847"/>
                </a:lnTo>
                <a:lnTo>
                  <a:pt x="8225" y="2993"/>
                </a:lnTo>
                <a:lnTo>
                  <a:pt x="8054" y="3164"/>
                </a:lnTo>
                <a:lnTo>
                  <a:pt x="8006" y="2750"/>
                </a:lnTo>
                <a:lnTo>
                  <a:pt x="8176" y="2653"/>
                </a:lnTo>
                <a:lnTo>
                  <a:pt x="8322" y="2531"/>
                </a:lnTo>
                <a:lnTo>
                  <a:pt x="8565" y="2385"/>
                </a:lnTo>
                <a:lnTo>
                  <a:pt x="8663" y="2336"/>
                </a:lnTo>
                <a:close/>
                <a:moveTo>
                  <a:pt x="8979" y="2945"/>
                </a:moveTo>
                <a:lnTo>
                  <a:pt x="8979" y="2969"/>
                </a:lnTo>
                <a:lnTo>
                  <a:pt x="9076" y="3164"/>
                </a:lnTo>
                <a:lnTo>
                  <a:pt x="8857" y="3285"/>
                </a:lnTo>
                <a:lnTo>
                  <a:pt x="8663" y="3431"/>
                </a:lnTo>
                <a:lnTo>
                  <a:pt x="8371" y="3626"/>
                </a:lnTo>
                <a:lnTo>
                  <a:pt x="8079" y="3821"/>
                </a:lnTo>
                <a:lnTo>
                  <a:pt x="8054" y="3504"/>
                </a:lnTo>
                <a:lnTo>
                  <a:pt x="8200" y="3456"/>
                </a:lnTo>
                <a:lnTo>
                  <a:pt x="8322" y="3383"/>
                </a:lnTo>
                <a:lnTo>
                  <a:pt x="8541" y="3212"/>
                </a:lnTo>
                <a:lnTo>
                  <a:pt x="8833" y="3018"/>
                </a:lnTo>
                <a:lnTo>
                  <a:pt x="8979" y="2945"/>
                </a:lnTo>
                <a:close/>
                <a:moveTo>
                  <a:pt x="9271" y="3529"/>
                </a:moveTo>
                <a:lnTo>
                  <a:pt x="9393" y="3796"/>
                </a:lnTo>
                <a:lnTo>
                  <a:pt x="8736" y="4186"/>
                </a:lnTo>
                <a:lnTo>
                  <a:pt x="8419" y="4380"/>
                </a:lnTo>
                <a:lnTo>
                  <a:pt x="8249" y="4478"/>
                </a:lnTo>
                <a:lnTo>
                  <a:pt x="8103" y="4599"/>
                </a:lnTo>
                <a:lnTo>
                  <a:pt x="8079" y="4113"/>
                </a:lnTo>
                <a:lnTo>
                  <a:pt x="8225" y="4088"/>
                </a:lnTo>
                <a:lnTo>
                  <a:pt x="8371" y="4040"/>
                </a:lnTo>
                <a:lnTo>
                  <a:pt x="8663" y="3894"/>
                </a:lnTo>
                <a:lnTo>
                  <a:pt x="9052" y="3650"/>
                </a:lnTo>
                <a:lnTo>
                  <a:pt x="9271" y="3529"/>
                </a:lnTo>
                <a:close/>
                <a:moveTo>
                  <a:pt x="9587" y="4186"/>
                </a:moveTo>
                <a:lnTo>
                  <a:pt x="9660" y="4332"/>
                </a:lnTo>
                <a:lnTo>
                  <a:pt x="9490" y="4429"/>
                </a:lnTo>
                <a:lnTo>
                  <a:pt x="9344" y="4551"/>
                </a:lnTo>
                <a:lnTo>
                  <a:pt x="9052" y="4770"/>
                </a:lnTo>
                <a:lnTo>
                  <a:pt x="8809" y="4916"/>
                </a:lnTo>
                <a:lnTo>
                  <a:pt x="8590" y="5110"/>
                </a:lnTo>
                <a:lnTo>
                  <a:pt x="8371" y="5305"/>
                </a:lnTo>
                <a:lnTo>
                  <a:pt x="8176" y="5524"/>
                </a:lnTo>
                <a:lnTo>
                  <a:pt x="8127" y="4794"/>
                </a:lnTo>
                <a:lnTo>
                  <a:pt x="8322" y="4794"/>
                </a:lnTo>
                <a:lnTo>
                  <a:pt x="8492" y="4721"/>
                </a:lnTo>
                <a:lnTo>
                  <a:pt x="8833" y="4575"/>
                </a:lnTo>
                <a:lnTo>
                  <a:pt x="9222" y="4380"/>
                </a:lnTo>
                <a:lnTo>
                  <a:pt x="9587" y="4186"/>
                </a:lnTo>
                <a:close/>
                <a:moveTo>
                  <a:pt x="14965" y="5938"/>
                </a:moveTo>
                <a:lnTo>
                  <a:pt x="14795" y="6059"/>
                </a:lnTo>
                <a:lnTo>
                  <a:pt x="14649" y="6205"/>
                </a:lnTo>
                <a:lnTo>
                  <a:pt x="14576" y="6181"/>
                </a:lnTo>
                <a:lnTo>
                  <a:pt x="14332" y="6157"/>
                </a:lnTo>
                <a:lnTo>
                  <a:pt x="14965" y="5938"/>
                </a:lnTo>
                <a:close/>
                <a:moveTo>
                  <a:pt x="2190" y="5840"/>
                </a:moveTo>
                <a:lnTo>
                  <a:pt x="2093" y="5986"/>
                </a:lnTo>
                <a:lnTo>
                  <a:pt x="2044" y="6132"/>
                </a:lnTo>
                <a:lnTo>
                  <a:pt x="2044" y="6181"/>
                </a:lnTo>
                <a:lnTo>
                  <a:pt x="2044" y="6254"/>
                </a:lnTo>
                <a:lnTo>
                  <a:pt x="1874" y="6181"/>
                </a:lnTo>
                <a:lnTo>
                  <a:pt x="1679" y="6108"/>
                </a:lnTo>
                <a:lnTo>
                  <a:pt x="1266" y="5962"/>
                </a:lnTo>
                <a:lnTo>
                  <a:pt x="2190" y="5840"/>
                </a:lnTo>
                <a:close/>
                <a:moveTo>
                  <a:pt x="3018" y="5743"/>
                </a:moveTo>
                <a:lnTo>
                  <a:pt x="2677" y="6132"/>
                </a:lnTo>
                <a:lnTo>
                  <a:pt x="2555" y="6302"/>
                </a:lnTo>
                <a:lnTo>
                  <a:pt x="2288" y="6278"/>
                </a:lnTo>
                <a:lnTo>
                  <a:pt x="2312" y="6254"/>
                </a:lnTo>
                <a:lnTo>
                  <a:pt x="2409" y="6181"/>
                </a:lnTo>
                <a:lnTo>
                  <a:pt x="2482" y="6059"/>
                </a:lnTo>
                <a:lnTo>
                  <a:pt x="2604" y="5938"/>
                </a:lnTo>
                <a:lnTo>
                  <a:pt x="2750" y="5816"/>
                </a:lnTo>
                <a:lnTo>
                  <a:pt x="2823" y="5767"/>
                </a:lnTo>
                <a:lnTo>
                  <a:pt x="3018" y="5743"/>
                </a:lnTo>
                <a:close/>
                <a:moveTo>
                  <a:pt x="9879" y="4672"/>
                </a:moveTo>
                <a:lnTo>
                  <a:pt x="9977" y="4818"/>
                </a:lnTo>
                <a:lnTo>
                  <a:pt x="9952" y="4818"/>
                </a:lnTo>
                <a:lnTo>
                  <a:pt x="9733" y="5062"/>
                </a:lnTo>
                <a:lnTo>
                  <a:pt x="9490" y="5281"/>
                </a:lnTo>
                <a:lnTo>
                  <a:pt x="8979" y="5719"/>
                </a:lnTo>
                <a:lnTo>
                  <a:pt x="8590" y="6035"/>
                </a:lnTo>
                <a:lnTo>
                  <a:pt x="8395" y="6181"/>
                </a:lnTo>
                <a:lnTo>
                  <a:pt x="8200" y="6351"/>
                </a:lnTo>
                <a:lnTo>
                  <a:pt x="8176" y="5694"/>
                </a:lnTo>
                <a:lnTo>
                  <a:pt x="8468" y="5573"/>
                </a:lnTo>
                <a:lnTo>
                  <a:pt x="8736" y="5402"/>
                </a:lnTo>
                <a:lnTo>
                  <a:pt x="9247" y="5086"/>
                </a:lnTo>
                <a:lnTo>
                  <a:pt x="9539" y="4916"/>
                </a:lnTo>
                <a:lnTo>
                  <a:pt x="9709" y="4794"/>
                </a:lnTo>
                <a:lnTo>
                  <a:pt x="9879" y="4672"/>
                </a:lnTo>
                <a:close/>
                <a:moveTo>
                  <a:pt x="3967" y="5597"/>
                </a:moveTo>
                <a:lnTo>
                  <a:pt x="3869" y="5719"/>
                </a:lnTo>
                <a:lnTo>
                  <a:pt x="3723" y="5986"/>
                </a:lnTo>
                <a:lnTo>
                  <a:pt x="3553" y="6229"/>
                </a:lnTo>
                <a:lnTo>
                  <a:pt x="3504" y="6327"/>
                </a:lnTo>
                <a:lnTo>
                  <a:pt x="3456" y="6424"/>
                </a:lnTo>
                <a:lnTo>
                  <a:pt x="3164" y="6375"/>
                </a:lnTo>
                <a:lnTo>
                  <a:pt x="2920" y="6327"/>
                </a:lnTo>
                <a:lnTo>
                  <a:pt x="3066" y="6181"/>
                </a:lnTo>
                <a:lnTo>
                  <a:pt x="3431" y="5792"/>
                </a:lnTo>
                <a:lnTo>
                  <a:pt x="3602" y="5646"/>
                </a:lnTo>
                <a:lnTo>
                  <a:pt x="3967" y="5597"/>
                </a:lnTo>
                <a:close/>
                <a:moveTo>
                  <a:pt x="5110" y="5354"/>
                </a:moveTo>
                <a:lnTo>
                  <a:pt x="4989" y="5475"/>
                </a:lnTo>
                <a:lnTo>
                  <a:pt x="4867" y="5597"/>
                </a:lnTo>
                <a:lnTo>
                  <a:pt x="4648" y="5865"/>
                </a:lnTo>
                <a:lnTo>
                  <a:pt x="4380" y="6205"/>
                </a:lnTo>
                <a:lnTo>
                  <a:pt x="4234" y="6400"/>
                </a:lnTo>
                <a:lnTo>
                  <a:pt x="4113" y="6594"/>
                </a:lnTo>
                <a:lnTo>
                  <a:pt x="3723" y="6497"/>
                </a:lnTo>
                <a:lnTo>
                  <a:pt x="3821" y="6400"/>
                </a:lnTo>
                <a:lnTo>
                  <a:pt x="3869" y="6278"/>
                </a:lnTo>
                <a:lnTo>
                  <a:pt x="3991" y="6084"/>
                </a:lnTo>
                <a:lnTo>
                  <a:pt x="4137" y="5865"/>
                </a:lnTo>
                <a:lnTo>
                  <a:pt x="4307" y="5694"/>
                </a:lnTo>
                <a:lnTo>
                  <a:pt x="4405" y="5597"/>
                </a:lnTo>
                <a:lnTo>
                  <a:pt x="4526" y="5500"/>
                </a:lnTo>
                <a:lnTo>
                  <a:pt x="5110" y="5354"/>
                </a:lnTo>
                <a:close/>
                <a:moveTo>
                  <a:pt x="14065" y="6254"/>
                </a:moveTo>
                <a:lnTo>
                  <a:pt x="14138" y="6327"/>
                </a:lnTo>
                <a:lnTo>
                  <a:pt x="14235" y="6375"/>
                </a:lnTo>
                <a:lnTo>
                  <a:pt x="14430" y="6448"/>
                </a:lnTo>
                <a:lnTo>
                  <a:pt x="14186" y="6740"/>
                </a:lnTo>
                <a:lnTo>
                  <a:pt x="14016" y="6643"/>
                </a:lnTo>
                <a:lnTo>
                  <a:pt x="13846" y="6546"/>
                </a:lnTo>
                <a:lnTo>
                  <a:pt x="13675" y="6497"/>
                </a:lnTo>
                <a:lnTo>
                  <a:pt x="13481" y="6448"/>
                </a:lnTo>
                <a:lnTo>
                  <a:pt x="14065" y="6254"/>
                </a:lnTo>
                <a:close/>
                <a:moveTo>
                  <a:pt x="5573" y="5451"/>
                </a:moveTo>
                <a:lnTo>
                  <a:pt x="5719" y="5621"/>
                </a:lnTo>
                <a:lnTo>
                  <a:pt x="5840" y="5767"/>
                </a:lnTo>
                <a:lnTo>
                  <a:pt x="5816" y="5767"/>
                </a:lnTo>
                <a:lnTo>
                  <a:pt x="5670" y="5840"/>
                </a:lnTo>
                <a:lnTo>
                  <a:pt x="5548" y="5962"/>
                </a:lnTo>
                <a:lnTo>
                  <a:pt x="5354" y="6205"/>
                </a:lnTo>
                <a:lnTo>
                  <a:pt x="5110" y="6473"/>
                </a:lnTo>
                <a:lnTo>
                  <a:pt x="4989" y="6619"/>
                </a:lnTo>
                <a:lnTo>
                  <a:pt x="4916" y="6765"/>
                </a:lnTo>
                <a:lnTo>
                  <a:pt x="4429" y="6667"/>
                </a:lnTo>
                <a:lnTo>
                  <a:pt x="4551" y="6546"/>
                </a:lnTo>
                <a:lnTo>
                  <a:pt x="4648" y="6424"/>
                </a:lnTo>
                <a:lnTo>
                  <a:pt x="4843" y="6157"/>
                </a:lnTo>
                <a:lnTo>
                  <a:pt x="5159" y="5816"/>
                </a:lnTo>
                <a:lnTo>
                  <a:pt x="5354" y="5646"/>
                </a:lnTo>
                <a:lnTo>
                  <a:pt x="5475" y="5548"/>
                </a:lnTo>
                <a:lnTo>
                  <a:pt x="5548" y="5451"/>
                </a:lnTo>
                <a:close/>
                <a:moveTo>
                  <a:pt x="6035" y="5962"/>
                </a:moveTo>
                <a:lnTo>
                  <a:pt x="6278" y="6254"/>
                </a:lnTo>
                <a:lnTo>
                  <a:pt x="6157" y="6424"/>
                </a:lnTo>
                <a:lnTo>
                  <a:pt x="6011" y="6643"/>
                </a:lnTo>
                <a:lnTo>
                  <a:pt x="5889" y="6862"/>
                </a:lnTo>
                <a:lnTo>
                  <a:pt x="5840" y="6935"/>
                </a:lnTo>
                <a:lnTo>
                  <a:pt x="5840" y="7008"/>
                </a:lnTo>
                <a:lnTo>
                  <a:pt x="5232" y="6838"/>
                </a:lnTo>
                <a:lnTo>
                  <a:pt x="5402" y="6692"/>
                </a:lnTo>
                <a:lnTo>
                  <a:pt x="5548" y="6546"/>
                </a:lnTo>
                <a:lnTo>
                  <a:pt x="5767" y="6278"/>
                </a:lnTo>
                <a:lnTo>
                  <a:pt x="5889" y="6157"/>
                </a:lnTo>
                <a:lnTo>
                  <a:pt x="6011" y="6011"/>
                </a:lnTo>
                <a:lnTo>
                  <a:pt x="6035" y="5962"/>
                </a:lnTo>
                <a:close/>
                <a:moveTo>
                  <a:pt x="7519" y="925"/>
                </a:moveTo>
                <a:lnTo>
                  <a:pt x="7470" y="1120"/>
                </a:lnTo>
                <a:lnTo>
                  <a:pt x="7470" y="1314"/>
                </a:lnTo>
                <a:lnTo>
                  <a:pt x="7470" y="1704"/>
                </a:lnTo>
                <a:lnTo>
                  <a:pt x="7495" y="2093"/>
                </a:lnTo>
                <a:lnTo>
                  <a:pt x="7519" y="2482"/>
                </a:lnTo>
                <a:lnTo>
                  <a:pt x="7592" y="3285"/>
                </a:lnTo>
                <a:lnTo>
                  <a:pt x="7665" y="4234"/>
                </a:lnTo>
                <a:lnTo>
                  <a:pt x="7714" y="5183"/>
                </a:lnTo>
                <a:lnTo>
                  <a:pt x="7714" y="6132"/>
                </a:lnTo>
                <a:lnTo>
                  <a:pt x="7714" y="7081"/>
                </a:lnTo>
                <a:lnTo>
                  <a:pt x="7519" y="6886"/>
                </a:lnTo>
                <a:lnTo>
                  <a:pt x="7324" y="6716"/>
                </a:lnTo>
                <a:lnTo>
                  <a:pt x="7032" y="6473"/>
                </a:lnTo>
                <a:lnTo>
                  <a:pt x="6522" y="5913"/>
                </a:lnTo>
                <a:lnTo>
                  <a:pt x="5986" y="5354"/>
                </a:lnTo>
                <a:lnTo>
                  <a:pt x="5792" y="5159"/>
                </a:lnTo>
                <a:lnTo>
                  <a:pt x="5670" y="5086"/>
                </a:lnTo>
                <a:lnTo>
                  <a:pt x="5573" y="5013"/>
                </a:lnTo>
                <a:lnTo>
                  <a:pt x="5719" y="4721"/>
                </a:lnTo>
                <a:lnTo>
                  <a:pt x="5913" y="4453"/>
                </a:lnTo>
                <a:lnTo>
                  <a:pt x="6278" y="3894"/>
                </a:lnTo>
                <a:lnTo>
                  <a:pt x="6449" y="3626"/>
                </a:lnTo>
                <a:lnTo>
                  <a:pt x="6570" y="3358"/>
                </a:lnTo>
                <a:lnTo>
                  <a:pt x="6692" y="3066"/>
                </a:lnTo>
                <a:lnTo>
                  <a:pt x="6789" y="2774"/>
                </a:lnTo>
                <a:lnTo>
                  <a:pt x="6984" y="2166"/>
                </a:lnTo>
                <a:lnTo>
                  <a:pt x="7203" y="1558"/>
                </a:lnTo>
                <a:lnTo>
                  <a:pt x="7349" y="1217"/>
                </a:lnTo>
                <a:lnTo>
                  <a:pt x="7519" y="925"/>
                </a:lnTo>
                <a:close/>
                <a:moveTo>
                  <a:pt x="6497" y="6497"/>
                </a:moveTo>
                <a:lnTo>
                  <a:pt x="6522" y="6521"/>
                </a:lnTo>
                <a:lnTo>
                  <a:pt x="6716" y="6716"/>
                </a:lnTo>
                <a:lnTo>
                  <a:pt x="6643" y="6765"/>
                </a:lnTo>
                <a:lnTo>
                  <a:pt x="6595" y="6789"/>
                </a:lnTo>
                <a:lnTo>
                  <a:pt x="6497" y="6911"/>
                </a:lnTo>
                <a:lnTo>
                  <a:pt x="6400" y="7008"/>
                </a:lnTo>
                <a:lnTo>
                  <a:pt x="6327" y="7130"/>
                </a:lnTo>
                <a:lnTo>
                  <a:pt x="5986" y="7057"/>
                </a:lnTo>
                <a:lnTo>
                  <a:pt x="6059" y="7008"/>
                </a:lnTo>
                <a:lnTo>
                  <a:pt x="6132" y="6935"/>
                </a:lnTo>
                <a:lnTo>
                  <a:pt x="6254" y="6838"/>
                </a:lnTo>
                <a:lnTo>
                  <a:pt x="6497" y="6497"/>
                </a:lnTo>
                <a:close/>
                <a:moveTo>
                  <a:pt x="13286" y="6521"/>
                </a:moveTo>
                <a:lnTo>
                  <a:pt x="13627" y="6740"/>
                </a:lnTo>
                <a:lnTo>
                  <a:pt x="13967" y="6935"/>
                </a:lnTo>
                <a:lnTo>
                  <a:pt x="13870" y="7032"/>
                </a:lnTo>
                <a:lnTo>
                  <a:pt x="13724" y="7178"/>
                </a:lnTo>
                <a:lnTo>
                  <a:pt x="13578" y="7081"/>
                </a:lnTo>
                <a:lnTo>
                  <a:pt x="13456" y="7032"/>
                </a:lnTo>
                <a:lnTo>
                  <a:pt x="13164" y="6911"/>
                </a:lnTo>
                <a:lnTo>
                  <a:pt x="12897" y="6813"/>
                </a:lnTo>
                <a:lnTo>
                  <a:pt x="12653" y="6716"/>
                </a:lnTo>
                <a:lnTo>
                  <a:pt x="13286" y="6521"/>
                </a:lnTo>
                <a:close/>
                <a:moveTo>
                  <a:pt x="10171" y="5062"/>
                </a:moveTo>
                <a:lnTo>
                  <a:pt x="10220" y="5135"/>
                </a:lnTo>
                <a:lnTo>
                  <a:pt x="10196" y="5159"/>
                </a:lnTo>
                <a:lnTo>
                  <a:pt x="9587" y="5816"/>
                </a:lnTo>
                <a:lnTo>
                  <a:pt x="9003" y="6521"/>
                </a:lnTo>
                <a:lnTo>
                  <a:pt x="8809" y="6716"/>
                </a:lnTo>
                <a:lnTo>
                  <a:pt x="8590" y="6935"/>
                </a:lnTo>
                <a:lnTo>
                  <a:pt x="8371" y="7154"/>
                </a:lnTo>
                <a:lnTo>
                  <a:pt x="8152" y="7373"/>
                </a:lnTo>
                <a:lnTo>
                  <a:pt x="8200" y="6740"/>
                </a:lnTo>
                <a:lnTo>
                  <a:pt x="8444" y="6570"/>
                </a:lnTo>
                <a:lnTo>
                  <a:pt x="8663" y="6400"/>
                </a:lnTo>
                <a:lnTo>
                  <a:pt x="9101" y="6035"/>
                </a:lnTo>
                <a:lnTo>
                  <a:pt x="9660" y="5573"/>
                </a:lnTo>
                <a:lnTo>
                  <a:pt x="9928" y="5329"/>
                </a:lnTo>
                <a:lnTo>
                  <a:pt x="10171" y="5062"/>
                </a:lnTo>
                <a:close/>
                <a:moveTo>
                  <a:pt x="10488" y="5329"/>
                </a:moveTo>
                <a:lnTo>
                  <a:pt x="10731" y="5427"/>
                </a:lnTo>
                <a:lnTo>
                  <a:pt x="10999" y="5500"/>
                </a:lnTo>
                <a:lnTo>
                  <a:pt x="11510" y="5597"/>
                </a:lnTo>
                <a:lnTo>
                  <a:pt x="11850" y="5670"/>
                </a:lnTo>
                <a:lnTo>
                  <a:pt x="12167" y="5694"/>
                </a:lnTo>
                <a:lnTo>
                  <a:pt x="12824" y="5719"/>
                </a:lnTo>
                <a:lnTo>
                  <a:pt x="13529" y="5743"/>
                </a:lnTo>
                <a:lnTo>
                  <a:pt x="14235" y="5792"/>
                </a:lnTo>
                <a:lnTo>
                  <a:pt x="13505" y="6059"/>
                </a:lnTo>
                <a:lnTo>
                  <a:pt x="12799" y="6278"/>
                </a:lnTo>
                <a:lnTo>
                  <a:pt x="11339" y="6692"/>
                </a:lnTo>
                <a:lnTo>
                  <a:pt x="9612" y="7130"/>
                </a:lnTo>
                <a:lnTo>
                  <a:pt x="9149" y="7251"/>
                </a:lnTo>
                <a:lnTo>
                  <a:pt x="8663" y="7373"/>
                </a:lnTo>
                <a:lnTo>
                  <a:pt x="9101" y="6862"/>
                </a:lnTo>
                <a:lnTo>
                  <a:pt x="9758" y="6132"/>
                </a:lnTo>
                <a:lnTo>
                  <a:pt x="10098" y="5767"/>
                </a:lnTo>
                <a:lnTo>
                  <a:pt x="10439" y="5402"/>
                </a:lnTo>
                <a:lnTo>
                  <a:pt x="10488" y="5329"/>
                </a:lnTo>
                <a:close/>
                <a:moveTo>
                  <a:pt x="6862" y="6886"/>
                </a:moveTo>
                <a:lnTo>
                  <a:pt x="7349" y="7422"/>
                </a:lnTo>
                <a:lnTo>
                  <a:pt x="7349" y="7422"/>
                </a:lnTo>
                <a:lnTo>
                  <a:pt x="6570" y="7203"/>
                </a:lnTo>
                <a:lnTo>
                  <a:pt x="6668" y="7105"/>
                </a:lnTo>
                <a:lnTo>
                  <a:pt x="6765" y="7008"/>
                </a:lnTo>
                <a:lnTo>
                  <a:pt x="6862" y="6911"/>
                </a:lnTo>
                <a:lnTo>
                  <a:pt x="6862" y="6886"/>
                </a:lnTo>
                <a:close/>
                <a:moveTo>
                  <a:pt x="12386" y="6789"/>
                </a:moveTo>
                <a:lnTo>
                  <a:pt x="12483" y="6911"/>
                </a:lnTo>
                <a:lnTo>
                  <a:pt x="12629" y="7008"/>
                </a:lnTo>
                <a:lnTo>
                  <a:pt x="12775" y="7105"/>
                </a:lnTo>
                <a:lnTo>
                  <a:pt x="12921" y="7178"/>
                </a:lnTo>
                <a:lnTo>
                  <a:pt x="13432" y="7422"/>
                </a:lnTo>
                <a:lnTo>
                  <a:pt x="13140" y="7641"/>
                </a:lnTo>
                <a:lnTo>
                  <a:pt x="12970" y="7543"/>
                </a:lnTo>
                <a:lnTo>
                  <a:pt x="12799" y="7470"/>
                </a:lnTo>
                <a:lnTo>
                  <a:pt x="12483" y="7349"/>
                </a:lnTo>
                <a:lnTo>
                  <a:pt x="12045" y="7154"/>
                </a:lnTo>
                <a:lnTo>
                  <a:pt x="11826" y="7057"/>
                </a:lnTo>
                <a:lnTo>
                  <a:pt x="11607" y="7008"/>
                </a:lnTo>
                <a:lnTo>
                  <a:pt x="12386" y="6789"/>
                </a:lnTo>
                <a:close/>
                <a:moveTo>
                  <a:pt x="11461" y="7057"/>
                </a:moveTo>
                <a:lnTo>
                  <a:pt x="11534" y="7154"/>
                </a:lnTo>
                <a:lnTo>
                  <a:pt x="11631" y="7251"/>
                </a:lnTo>
                <a:lnTo>
                  <a:pt x="11850" y="7397"/>
                </a:lnTo>
                <a:lnTo>
                  <a:pt x="12069" y="7519"/>
                </a:lnTo>
                <a:lnTo>
                  <a:pt x="12313" y="7641"/>
                </a:lnTo>
                <a:lnTo>
                  <a:pt x="12532" y="7762"/>
                </a:lnTo>
                <a:lnTo>
                  <a:pt x="12799" y="7908"/>
                </a:lnTo>
                <a:lnTo>
                  <a:pt x="12483" y="8152"/>
                </a:lnTo>
                <a:lnTo>
                  <a:pt x="12410" y="8054"/>
                </a:lnTo>
                <a:lnTo>
                  <a:pt x="12337" y="7981"/>
                </a:lnTo>
                <a:lnTo>
                  <a:pt x="12240" y="7908"/>
                </a:lnTo>
                <a:lnTo>
                  <a:pt x="12118" y="7860"/>
                </a:lnTo>
                <a:lnTo>
                  <a:pt x="11875" y="7762"/>
                </a:lnTo>
                <a:lnTo>
                  <a:pt x="11656" y="7689"/>
                </a:lnTo>
                <a:lnTo>
                  <a:pt x="11145" y="7470"/>
                </a:lnTo>
                <a:lnTo>
                  <a:pt x="10901" y="7349"/>
                </a:lnTo>
                <a:lnTo>
                  <a:pt x="10634" y="7251"/>
                </a:lnTo>
                <a:lnTo>
                  <a:pt x="11437" y="7057"/>
                </a:lnTo>
                <a:close/>
                <a:moveTo>
                  <a:pt x="10439" y="7324"/>
                </a:moveTo>
                <a:lnTo>
                  <a:pt x="10512" y="7422"/>
                </a:lnTo>
                <a:lnTo>
                  <a:pt x="10609" y="7495"/>
                </a:lnTo>
                <a:lnTo>
                  <a:pt x="10828" y="7665"/>
                </a:lnTo>
                <a:lnTo>
                  <a:pt x="11047" y="7787"/>
                </a:lnTo>
                <a:lnTo>
                  <a:pt x="11291" y="7884"/>
                </a:lnTo>
                <a:lnTo>
                  <a:pt x="11996" y="8176"/>
                </a:lnTo>
                <a:lnTo>
                  <a:pt x="12167" y="8249"/>
                </a:lnTo>
                <a:lnTo>
                  <a:pt x="12215" y="8273"/>
                </a:lnTo>
                <a:lnTo>
                  <a:pt x="12288" y="8298"/>
                </a:lnTo>
                <a:lnTo>
                  <a:pt x="11996" y="8541"/>
                </a:lnTo>
                <a:lnTo>
                  <a:pt x="11972" y="8541"/>
                </a:lnTo>
                <a:lnTo>
                  <a:pt x="11583" y="8444"/>
                </a:lnTo>
                <a:lnTo>
                  <a:pt x="11218" y="8322"/>
                </a:lnTo>
                <a:lnTo>
                  <a:pt x="10853" y="8152"/>
                </a:lnTo>
                <a:lnTo>
                  <a:pt x="10512" y="7957"/>
                </a:lnTo>
                <a:lnTo>
                  <a:pt x="10098" y="7714"/>
                </a:lnTo>
                <a:lnTo>
                  <a:pt x="9879" y="7592"/>
                </a:lnTo>
                <a:lnTo>
                  <a:pt x="9660" y="7495"/>
                </a:lnTo>
                <a:lnTo>
                  <a:pt x="10439" y="7324"/>
                </a:lnTo>
                <a:close/>
                <a:moveTo>
                  <a:pt x="8225" y="8103"/>
                </a:moveTo>
                <a:lnTo>
                  <a:pt x="8638" y="8249"/>
                </a:lnTo>
                <a:lnTo>
                  <a:pt x="9028" y="8419"/>
                </a:lnTo>
                <a:lnTo>
                  <a:pt x="8930" y="8517"/>
                </a:lnTo>
                <a:lnTo>
                  <a:pt x="8784" y="8638"/>
                </a:lnTo>
                <a:lnTo>
                  <a:pt x="8711" y="8711"/>
                </a:lnTo>
                <a:lnTo>
                  <a:pt x="8687" y="8784"/>
                </a:lnTo>
                <a:lnTo>
                  <a:pt x="8225" y="8103"/>
                </a:lnTo>
                <a:close/>
                <a:moveTo>
                  <a:pt x="7689" y="8663"/>
                </a:moveTo>
                <a:lnTo>
                  <a:pt x="7714" y="9003"/>
                </a:lnTo>
                <a:lnTo>
                  <a:pt x="7689" y="9003"/>
                </a:lnTo>
                <a:lnTo>
                  <a:pt x="7519" y="8930"/>
                </a:lnTo>
                <a:lnTo>
                  <a:pt x="7665" y="8687"/>
                </a:lnTo>
                <a:lnTo>
                  <a:pt x="7689" y="8663"/>
                </a:lnTo>
                <a:close/>
                <a:moveTo>
                  <a:pt x="9344" y="7592"/>
                </a:moveTo>
                <a:lnTo>
                  <a:pt x="9612" y="7787"/>
                </a:lnTo>
                <a:lnTo>
                  <a:pt x="9904" y="7981"/>
                </a:lnTo>
                <a:lnTo>
                  <a:pt x="10463" y="8322"/>
                </a:lnTo>
                <a:lnTo>
                  <a:pt x="10755" y="8492"/>
                </a:lnTo>
                <a:lnTo>
                  <a:pt x="11047" y="8638"/>
                </a:lnTo>
                <a:lnTo>
                  <a:pt x="11364" y="8760"/>
                </a:lnTo>
                <a:lnTo>
                  <a:pt x="11680" y="8833"/>
                </a:lnTo>
                <a:lnTo>
                  <a:pt x="11510" y="9003"/>
                </a:lnTo>
                <a:lnTo>
                  <a:pt x="11485" y="9028"/>
                </a:lnTo>
                <a:lnTo>
                  <a:pt x="10463" y="8565"/>
                </a:lnTo>
                <a:lnTo>
                  <a:pt x="9952" y="8371"/>
                </a:lnTo>
                <a:lnTo>
                  <a:pt x="9417" y="8176"/>
                </a:lnTo>
                <a:lnTo>
                  <a:pt x="8979" y="7981"/>
                </a:lnTo>
                <a:lnTo>
                  <a:pt x="8736" y="7884"/>
                </a:lnTo>
                <a:lnTo>
                  <a:pt x="8468" y="7811"/>
                </a:lnTo>
                <a:lnTo>
                  <a:pt x="8906" y="7714"/>
                </a:lnTo>
                <a:lnTo>
                  <a:pt x="9344" y="7592"/>
                </a:lnTo>
                <a:close/>
                <a:moveTo>
                  <a:pt x="9368" y="8565"/>
                </a:moveTo>
                <a:lnTo>
                  <a:pt x="9733" y="8687"/>
                </a:lnTo>
                <a:lnTo>
                  <a:pt x="9660" y="8760"/>
                </a:lnTo>
                <a:lnTo>
                  <a:pt x="9198" y="9076"/>
                </a:lnTo>
                <a:lnTo>
                  <a:pt x="9101" y="9149"/>
                </a:lnTo>
                <a:lnTo>
                  <a:pt x="9003" y="9247"/>
                </a:lnTo>
                <a:lnTo>
                  <a:pt x="8760" y="8906"/>
                </a:lnTo>
                <a:lnTo>
                  <a:pt x="8784" y="8906"/>
                </a:lnTo>
                <a:lnTo>
                  <a:pt x="8930" y="8809"/>
                </a:lnTo>
                <a:lnTo>
                  <a:pt x="9052" y="8711"/>
                </a:lnTo>
                <a:lnTo>
                  <a:pt x="9174" y="8638"/>
                </a:lnTo>
                <a:lnTo>
                  <a:pt x="9344" y="8590"/>
                </a:lnTo>
                <a:lnTo>
                  <a:pt x="9368" y="8565"/>
                </a:lnTo>
                <a:close/>
                <a:moveTo>
                  <a:pt x="828" y="6181"/>
                </a:moveTo>
                <a:lnTo>
                  <a:pt x="1168" y="6302"/>
                </a:lnTo>
                <a:lnTo>
                  <a:pt x="1533" y="6400"/>
                </a:lnTo>
                <a:lnTo>
                  <a:pt x="2239" y="6546"/>
                </a:lnTo>
                <a:lnTo>
                  <a:pt x="2507" y="6570"/>
                </a:lnTo>
                <a:lnTo>
                  <a:pt x="2750" y="6594"/>
                </a:lnTo>
                <a:lnTo>
                  <a:pt x="3018" y="6619"/>
                </a:lnTo>
                <a:lnTo>
                  <a:pt x="3285" y="6643"/>
                </a:lnTo>
                <a:lnTo>
                  <a:pt x="4356" y="6911"/>
                </a:lnTo>
                <a:lnTo>
                  <a:pt x="5159" y="7081"/>
                </a:lnTo>
                <a:lnTo>
                  <a:pt x="5938" y="7300"/>
                </a:lnTo>
                <a:lnTo>
                  <a:pt x="7519" y="7762"/>
                </a:lnTo>
                <a:lnTo>
                  <a:pt x="6546" y="8273"/>
                </a:lnTo>
                <a:lnTo>
                  <a:pt x="5548" y="8736"/>
                </a:lnTo>
                <a:lnTo>
                  <a:pt x="4697" y="9076"/>
                </a:lnTo>
                <a:lnTo>
                  <a:pt x="4453" y="9198"/>
                </a:lnTo>
                <a:lnTo>
                  <a:pt x="4332" y="9271"/>
                </a:lnTo>
                <a:lnTo>
                  <a:pt x="4234" y="9368"/>
                </a:lnTo>
                <a:lnTo>
                  <a:pt x="4210" y="9320"/>
                </a:lnTo>
                <a:lnTo>
                  <a:pt x="3991" y="9003"/>
                </a:lnTo>
                <a:lnTo>
                  <a:pt x="3748" y="8687"/>
                </a:lnTo>
                <a:lnTo>
                  <a:pt x="3456" y="8395"/>
                </a:lnTo>
                <a:lnTo>
                  <a:pt x="3164" y="8127"/>
                </a:lnTo>
                <a:lnTo>
                  <a:pt x="2531" y="7616"/>
                </a:lnTo>
                <a:lnTo>
                  <a:pt x="2239" y="7373"/>
                </a:lnTo>
                <a:lnTo>
                  <a:pt x="1947" y="7105"/>
                </a:lnTo>
                <a:lnTo>
                  <a:pt x="1728" y="6911"/>
                </a:lnTo>
                <a:lnTo>
                  <a:pt x="1485" y="6716"/>
                </a:lnTo>
                <a:lnTo>
                  <a:pt x="1047" y="6375"/>
                </a:lnTo>
                <a:lnTo>
                  <a:pt x="828" y="6181"/>
                </a:lnTo>
                <a:close/>
                <a:moveTo>
                  <a:pt x="10098" y="8833"/>
                </a:moveTo>
                <a:lnTo>
                  <a:pt x="10658" y="9076"/>
                </a:lnTo>
                <a:lnTo>
                  <a:pt x="10366" y="9247"/>
                </a:lnTo>
                <a:lnTo>
                  <a:pt x="10098" y="9393"/>
                </a:lnTo>
                <a:lnTo>
                  <a:pt x="9758" y="9612"/>
                </a:lnTo>
                <a:lnTo>
                  <a:pt x="9612" y="9758"/>
                </a:lnTo>
                <a:lnTo>
                  <a:pt x="9466" y="9904"/>
                </a:lnTo>
                <a:lnTo>
                  <a:pt x="9125" y="9417"/>
                </a:lnTo>
                <a:lnTo>
                  <a:pt x="9198" y="9393"/>
                </a:lnTo>
                <a:lnTo>
                  <a:pt x="9271" y="9368"/>
                </a:lnTo>
                <a:lnTo>
                  <a:pt x="9417" y="9271"/>
                </a:lnTo>
                <a:lnTo>
                  <a:pt x="9660" y="9101"/>
                </a:lnTo>
                <a:lnTo>
                  <a:pt x="10098" y="8857"/>
                </a:lnTo>
                <a:lnTo>
                  <a:pt x="10098" y="8833"/>
                </a:lnTo>
                <a:close/>
                <a:moveTo>
                  <a:pt x="7324" y="9174"/>
                </a:moveTo>
                <a:lnTo>
                  <a:pt x="7446" y="9222"/>
                </a:lnTo>
                <a:lnTo>
                  <a:pt x="7519" y="9295"/>
                </a:lnTo>
                <a:lnTo>
                  <a:pt x="7738" y="9393"/>
                </a:lnTo>
                <a:lnTo>
                  <a:pt x="7738" y="9855"/>
                </a:lnTo>
                <a:lnTo>
                  <a:pt x="7738" y="10001"/>
                </a:lnTo>
                <a:lnTo>
                  <a:pt x="7495" y="9855"/>
                </a:lnTo>
                <a:lnTo>
                  <a:pt x="7251" y="9733"/>
                </a:lnTo>
                <a:lnTo>
                  <a:pt x="7105" y="9685"/>
                </a:lnTo>
                <a:lnTo>
                  <a:pt x="6984" y="9660"/>
                </a:lnTo>
                <a:lnTo>
                  <a:pt x="7324" y="9174"/>
                </a:lnTo>
                <a:close/>
                <a:moveTo>
                  <a:pt x="6911" y="9758"/>
                </a:moveTo>
                <a:lnTo>
                  <a:pt x="7008" y="9879"/>
                </a:lnTo>
                <a:lnTo>
                  <a:pt x="7130" y="10001"/>
                </a:lnTo>
                <a:lnTo>
                  <a:pt x="7373" y="10196"/>
                </a:lnTo>
                <a:lnTo>
                  <a:pt x="7543" y="10317"/>
                </a:lnTo>
                <a:lnTo>
                  <a:pt x="7762" y="10415"/>
                </a:lnTo>
                <a:lnTo>
                  <a:pt x="7762" y="10926"/>
                </a:lnTo>
                <a:lnTo>
                  <a:pt x="7470" y="10707"/>
                </a:lnTo>
                <a:lnTo>
                  <a:pt x="7203" y="10488"/>
                </a:lnTo>
                <a:lnTo>
                  <a:pt x="7057" y="10415"/>
                </a:lnTo>
                <a:lnTo>
                  <a:pt x="6911" y="10317"/>
                </a:lnTo>
                <a:lnTo>
                  <a:pt x="6741" y="10269"/>
                </a:lnTo>
                <a:lnTo>
                  <a:pt x="6570" y="10244"/>
                </a:lnTo>
                <a:lnTo>
                  <a:pt x="6911" y="9758"/>
                </a:lnTo>
                <a:close/>
                <a:moveTo>
                  <a:pt x="11072" y="9271"/>
                </a:moveTo>
                <a:lnTo>
                  <a:pt x="11291" y="9368"/>
                </a:lnTo>
                <a:lnTo>
                  <a:pt x="11266" y="9490"/>
                </a:lnTo>
                <a:lnTo>
                  <a:pt x="11266" y="9612"/>
                </a:lnTo>
                <a:lnTo>
                  <a:pt x="11096" y="9685"/>
                </a:lnTo>
                <a:lnTo>
                  <a:pt x="10950" y="9782"/>
                </a:lnTo>
                <a:lnTo>
                  <a:pt x="10658" y="9977"/>
                </a:lnTo>
                <a:lnTo>
                  <a:pt x="10293" y="10220"/>
                </a:lnTo>
                <a:lnTo>
                  <a:pt x="10123" y="10366"/>
                </a:lnTo>
                <a:lnTo>
                  <a:pt x="10050" y="10439"/>
                </a:lnTo>
                <a:lnTo>
                  <a:pt x="10001" y="10536"/>
                </a:lnTo>
                <a:lnTo>
                  <a:pt x="10001" y="10585"/>
                </a:lnTo>
                <a:lnTo>
                  <a:pt x="10025" y="10609"/>
                </a:lnTo>
                <a:lnTo>
                  <a:pt x="10123" y="10609"/>
                </a:lnTo>
                <a:lnTo>
                  <a:pt x="10220" y="10585"/>
                </a:lnTo>
                <a:lnTo>
                  <a:pt x="10390" y="10512"/>
                </a:lnTo>
                <a:lnTo>
                  <a:pt x="10561" y="10390"/>
                </a:lnTo>
                <a:lnTo>
                  <a:pt x="10731" y="10269"/>
                </a:lnTo>
                <a:lnTo>
                  <a:pt x="10999" y="10074"/>
                </a:lnTo>
                <a:lnTo>
                  <a:pt x="11291" y="9904"/>
                </a:lnTo>
                <a:lnTo>
                  <a:pt x="11339" y="10171"/>
                </a:lnTo>
                <a:lnTo>
                  <a:pt x="11412" y="10390"/>
                </a:lnTo>
                <a:lnTo>
                  <a:pt x="11145" y="10488"/>
                </a:lnTo>
                <a:lnTo>
                  <a:pt x="10877" y="10634"/>
                </a:lnTo>
                <a:lnTo>
                  <a:pt x="10731" y="10682"/>
                </a:lnTo>
                <a:lnTo>
                  <a:pt x="10561" y="10804"/>
                </a:lnTo>
                <a:lnTo>
                  <a:pt x="10415" y="10926"/>
                </a:lnTo>
                <a:lnTo>
                  <a:pt x="10342" y="10999"/>
                </a:lnTo>
                <a:lnTo>
                  <a:pt x="10317" y="11072"/>
                </a:lnTo>
                <a:lnTo>
                  <a:pt x="9879" y="10463"/>
                </a:lnTo>
                <a:lnTo>
                  <a:pt x="9587" y="10050"/>
                </a:lnTo>
                <a:lnTo>
                  <a:pt x="9733" y="10001"/>
                </a:lnTo>
                <a:lnTo>
                  <a:pt x="9904" y="9928"/>
                </a:lnTo>
                <a:lnTo>
                  <a:pt x="10196" y="9758"/>
                </a:lnTo>
                <a:lnTo>
                  <a:pt x="10634" y="9514"/>
                </a:lnTo>
                <a:lnTo>
                  <a:pt x="11047" y="9295"/>
                </a:lnTo>
                <a:lnTo>
                  <a:pt x="11072" y="9271"/>
                </a:lnTo>
                <a:close/>
                <a:moveTo>
                  <a:pt x="11534" y="10780"/>
                </a:moveTo>
                <a:lnTo>
                  <a:pt x="11656" y="11193"/>
                </a:lnTo>
                <a:lnTo>
                  <a:pt x="11631" y="11193"/>
                </a:lnTo>
                <a:lnTo>
                  <a:pt x="11437" y="11364"/>
                </a:lnTo>
                <a:lnTo>
                  <a:pt x="11218" y="11510"/>
                </a:lnTo>
                <a:lnTo>
                  <a:pt x="11023" y="11631"/>
                </a:lnTo>
                <a:lnTo>
                  <a:pt x="10828" y="11753"/>
                </a:lnTo>
                <a:lnTo>
                  <a:pt x="10804" y="11777"/>
                </a:lnTo>
                <a:lnTo>
                  <a:pt x="10439" y="11242"/>
                </a:lnTo>
                <a:lnTo>
                  <a:pt x="10512" y="11242"/>
                </a:lnTo>
                <a:lnTo>
                  <a:pt x="10585" y="11218"/>
                </a:lnTo>
                <a:lnTo>
                  <a:pt x="10731" y="11145"/>
                </a:lnTo>
                <a:lnTo>
                  <a:pt x="10999" y="10974"/>
                </a:lnTo>
                <a:lnTo>
                  <a:pt x="11534" y="10780"/>
                </a:lnTo>
                <a:close/>
                <a:moveTo>
                  <a:pt x="6522" y="10342"/>
                </a:moveTo>
                <a:lnTo>
                  <a:pt x="6668" y="10439"/>
                </a:lnTo>
                <a:lnTo>
                  <a:pt x="6838" y="10561"/>
                </a:lnTo>
                <a:lnTo>
                  <a:pt x="7105" y="10853"/>
                </a:lnTo>
                <a:lnTo>
                  <a:pt x="7251" y="10999"/>
                </a:lnTo>
                <a:lnTo>
                  <a:pt x="7397" y="11120"/>
                </a:lnTo>
                <a:lnTo>
                  <a:pt x="7568" y="11218"/>
                </a:lnTo>
                <a:lnTo>
                  <a:pt x="7738" y="11291"/>
                </a:lnTo>
                <a:lnTo>
                  <a:pt x="7762" y="11291"/>
                </a:lnTo>
                <a:lnTo>
                  <a:pt x="7762" y="12021"/>
                </a:lnTo>
                <a:lnTo>
                  <a:pt x="7665" y="11948"/>
                </a:lnTo>
                <a:lnTo>
                  <a:pt x="7568" y="11875"/>
                </a:lnTo>
                <a:lnTo>
                  <a:pt x="7397" y="11704"/>
                </a:lnTo>
                <a:lnTo>
                  <a:pt x="7057" y="11364"/>
                </a:lnTo>
                <a:lnTo>
                  <a:pt x="6862" y="11193"/>
                </a:lnTo>
                <a:lnTo>
                  <a:pt x="6619" y="11072"/>
                </a:lnTo>
                <a:lnTo>
                  <a:pt x="6376" y="10999"/>
                </a:lnTo>
                <a:lnTo>
                  <a:pt x="6132" y="10926"/>
                </a:lnTo>
                <a:lnTo>
                  <a:pt x="6522" y="10342"/>
                </a:lnTo>
                <a:close/>
                <a:moveTo>
                  <a:pt x="11753" y="11510"/>
                </a:moveTo>
                <a:lnTo>
                  <a:pt x="11826" y="11802"/>
                </a:lnTo>
                <a:lnTo>
                  <a:pt x="11704" y="11826"/>
                </a:lnTo>
                <a:lnTo>
                  <a:pt x="11607" y="11899"/>
                </a:lnTo>
                <a:lnTo>
                  <a:pt x="11412" y="12021"/>
                </a:lnTo>
                <a:lnTo>
                  <a:pt x="11291" y="12167"/>
                </a:lnTo>
                <a:lnTo>
                  <a:pt x="11218" y="12240"/>
                </a:lnTo>
                <a:lnTo>
                  <a:pt x="11193" y="12313"/>
                </a:lnTo>
                <a:lnTo>
                  <a:pt x="10901" y="11899"/>
                </a:lnTo>
                <a:lnTo>
                  <a:pt x="11120" y="11850"/>
                </a:lnTo>
                <a:lnTo>
                  <a:pt x="11339" y="11777"/>
                </a:lnTo>
                <a:lnTo>
                  <a:pt x="11558" y="11656"/>
                </a:lnTo>
                <a:lnTo>
                  <a:pt x="11753" y="11510"/>
                </a:lnTo>
                <a:close/>
                <a:moveTo>
                  <a:pt x="6059" y="11047"/>
                </a:moveTo>
                <a:lnTo>
                  <a:pt x="6303" y="11218"/>
                </a:lnTo>
                <a:lnTo>
                  <a:pt x="6546" y="11388"/>
                </a:lnTo>
                <a:lnTo>
                  <a:pt x="6789" y="11583"/>
                </a:lnTo>
                <a:lnTo>
                  <a:pt x="6984" y="11802"/>
                </a:lnTo>
                <a:lnTo>
                  <a:pt x="7251" y="12069"/>
                </a:lnTo>
                <a:lnTo>
                  <a:pt x="7397" y="12215"/>
                </a:lnTo>
                <a:lnTo>
                  <a:pt x="7543" y="12313"/>
                </a:lnTo>
                <a:lnTo>
                  <a:pt x="7276" y="12459"/>
                </a:lnTo>
                <a:lnTo>
                  <a:pt x="7154" y="12386"/>
                </a:lnTo>
                <a:lnTo>
                  <a:pt x="7008" y="12337"/>
                </a:lnTo>
                <a:lnTo>
                  <a:pt x="6765" y="12215"/>
                </a:lnTo>
                <a:lnTo>
                  <a:pt x="6522" y="12069"/>
                </a:lnTo>
                <a:lnTo>
                  <a:pt x="6327" y="11948"/>
                </a:lnTo>
                <a:lnTo>
                  <a:pt x="6157" y="11802"/>
                </a:lnTo>
                <a:lnTo>
                  <a:pt x="5962" y="11656"/>
                </a:lnTo>
                <a:lnTo>
                  <a:pt x="5767" y="11534"/>
                </a:lnTo>
                <a:lnTo>
                  <a:pt x="6059" y="11047"/>
                </a:lnTo>
                <a:close/>
                <a:moveTo>
                  <a:pt x="5670" y="11680"/>
                </a:moveTo>
                <a:lnTo>
                  <a:pt x="5719" y="11777"/>
                </a:lnTo>
                <a:lnTo>
                  <a:pt x="5792" y="11850"/>
                </a:lnTo>
                <a:lnTo>
                  <a:pt x="5938" y="12021"/>
                </a:lnTo>
                <a:lnTo>
                  <a:pt x="6108" y="12167"/>
                </a:lnTo>
                <a:lnTo>
                  <a:pt x="6278" y="12288"/>
                </a:lnTo>
                <a:lnTo>
                  <a:pt x="6546" y="12483"/>
                </a:lnTo>
                <a:lnTo>
                  <a:pt x="6716" y="12580"/>
                </a:lnTo>
                <a:lnTo>
                  <a:pt x="6887" y="12678"/>
                </a:lnTo>
                <a:lnTo>
                  <a:pt x="6522" y="12848"/>
                </a:lnTo>
                <a:lnTo>
                  <a:pt x="6230" y="12653"/>
                </a:lnTo>
                <a:lnTo>
                  <a:pt x="5938" y="12434"/>
                </a:lnTo>
                <a:lnTo>
                  <a:pt x="5694" y="12215"/>
                </a:lnTo>
                <a:lnTo>
                  <a:pt x="5475" y="12021"/>
                </a:lnTo>
                <a:lnTo>
                  <a:pt x="5621" y="11777"/>
                </a:lnTo>
                <a:lnTo>
                  <a:pt x="5670" y="11680"/>
                </a:lnTo>
                <a:close/>
                <a:moveTo>
                  <a:pt x="11899" y="12094"/>
                </a:moveTo>
                <a:lnTo>
                  <a:pt x="12021" y="12605"/>
                </a:lnTo>
                <a:lnTo>
                  <a:pt x="11899" y="12726"/>
                </a:lnTo>
                <a:lnTo>
                  <a:pt x="11777" y="12848"/>
                </a:lnTo>
                <a:lnTo>
                  <a:pt x="11729" y="12921"/>
                </a:lnTo>
                <a:lnTo>
                  <a:pt x="11680" y="12994"/>
                </a:lnTo>
                <a:lnTo>
                  <a:pt x="11680" y="13018"/>
                </a:lnTo>
                <a:lnTo>
                  <a:pt x="11266" y="12434"/>
                </a:lnTo>
                <a:lnTo>
                  <a:pt x="11412" y="12386"/>
                </a:lnTo>
                <a:lnTo>
                  <a:pt x="11558" y="12313"/>
                </a:lnTo>
                <a:lnTo>
                  <a:pt x="11729" y="12215"/>
                </a:lnTo>
                <a:lnTo>
                  <a:pt x="11899" y="12094"/>
                </a:lnTo>
                <a:close/>
                <a:moveTo>
                  <a:pt x="5329" y="12240"/>
                </a:moveTo>
                <a:lnTo>
                  <a:pt x="5402" y="12361"/>
                </a:lnTo>
                <a:lnTo>
                  <a:pt x="5500" y="12483"/>
                </a:lnTo>
                <a:lnTo>
                  <a:pt x="5670" y="12678"/>
                </a:lnTo>
                <a:lnTo>
                  <a:pt x="5913" y="12897"/>
                </a:lnTo>
                <a:lnTo>
                  <a:pt x="6157" y="13067"/>
                </a:lnTo>
                <a:lnTo>
                  <a:pt x="5743" y="13335"/>
                </a:lnTo>
                <a:lnTo>
                  <a:pt x="5646" y="13310"/>
                </a:lnTo>
                <a:lnTo>
                  <a:pt x="5475" y="13237"/>
                </a:lnTo>
                <a:lnTo>
                  <a:pt x="5305" y="13164"/>
                </a:lnTo>
                <a:lnTo>
                  <a:pt x="5135" y="13043"/>
                </a:lnTo>
                <a:lnTo>
                  <a:pt x="4940" y="12970"/>
                </a:lnTo>
                <a:lnTo>
                  <a:pt x="4891" y="12945"/>
                </a:lnTo>
                <a:lnTo>
                  <a:pt x="5110" y="12605"/>
                </a:lnTo>
                <a:lnTo>
                  <a:pt x="5329" y="12240"/>
                </a:lnTo>
                <a:close/>
                <a:moveTo>
                  <a:pt x="12094" y="13043"/>
                </a:moveTo>
                <a:lnTo>
                  <a:pt x="12215" y="13748"/>
                </a:lnTo>
                <a:lnTo>
                  <a:pt x="11802" y="13189"/>
                </a:lnTo>
                <a:lnTo>
                  <a:pt x="11850" y="13189"/>
                </a:lnTo>
                <a:lnTo>
                  <a:pt x="11923" y="13164"/>
                </a:lnTo>
                <a:lnTo>
                  <a:pt x="11972" y="13140"/>
                </a:lnTo>
                <a:lnTo>
                  <a:pt x="12094" y="13043"/>
                </a:lnTo>
                <a:close/>
                <a:moveTo>
                  <a:pt x="4745" y="13140"/>
                </a:moveTo>
                <a:lnTo>
                  <a:pt x="4891" y="13310"/>
                </a:lnTo>
                <a:lnTo>
                  <a:pt x="5062" y="13456"/>
                </a:lnTo>
                <a:lnTo>
                  <a:pt x="5305" y="13602"/>
                </a:lnTo>
                <a:lnTo>
                  <a:pt x="4964" y="13846"/>
                </a:lnTo>
                <a:lnTo>
                  <a:pt x="4891" y="13773"/>
                </a:lnTo>
                <a:lnTo>
                  <a:pt x="4818" y="13700"/>
                </a:lnTo>
                <a:lnTo>
                  <a:pt x="4648" y="13627"/>
                </a:lnTo>
                <a:lnTo>
                  <a:pt x="4551" y="13554"/>
                </a:lnTo>
                <a:lnTo>
                  <a:pt x="4405" y="13529"/>
                </a:lnTo>
                <a:lnTo>
                  <a:pt x="4575" y="13335"/>
                </a:lnTo>
                <a:lnTo>
                  <a:pt x="4745" y="13140"/>
                </a:lnTo>
                <a:close/>
                <a:moveTo>
                  <a:pt x="8200" y="8833"/>
                </a:moveTo>
                <a:lnTo>
                  <a:pt x="8371" y="9076"/>
                </a:lnTo>
                <a:lnTo>
                  <a:pt x="8663" y="9514"/>
                </a:lnTo>
                <a:lnTo>
                  <a:pt x="8979" y="9928"/>
                </a:lnTo>
                <a:lnTo>
                  <a:pt x="9587" y="10780"/>
                </a:lnTo>
                <a:lnTo>
                  <a:pt x="10171" y="11583"/>
                </a:lnTo>
                <a:lnTo>
                  <a:pt x="10731" y="12410"/>
                </a:lnTo>
                <a:lnTo>
                  <a:pt x="11291" y="13213"/>
                </a:lnTo>
                <a:lnTo>
                  <a:pt x="11850" y="13992"/>
                </a:lnTo>
                <a:lnTo>
                  <a:pt x="11729" y="13943"/>
                </a:lnTo>
                <a:lnTo>
                  <a:pt x="11072" y="13554"/>
                </a:lnTo>
                <a:lnTo>
                  <a:pt x="10415" y="13189"/>
                </a:lnTo>
                <a:lnTo>
                  <a:pt x="9831" y="12921"/>
                </a:lnTo>
                <a:lnTo>
                  <a:pt x="9539" y="12799"/>
                </a:lnTo>
                <a:lnTo>
                  <a:pt x="9222" y="12678"/>
                </a:lnTo>
                <a:lnTo>
                  <a:pt x="8760" y="12507"/>
                </a:lnTo>
                <a:lnTo>
                  <a:pt x="8517" y="12410"/>
                </a:lnTo>
                <a:lnTo>
                  <a:pt x="8273" y="12337"/>
                </a:lnTo>
                <a:lnTo>
                  <a:pt x="8273" y="12288"/>
                </a:lnTo>
                <a:lnTo>
                  <a:pt x="8322" y="11996"/>
                </a:lnTo>
                <a:lnTo>
                  <a:pt x="8346" y="11680"/>
                </a:lnTo>
                <a:lnTo>
                  <a:pt x="8346" y="11388"/>
                </a:lnTo>
                <a:lnTo>
                  <a:pt x="8322" y="11072"/>
                </a:lnTo>
                <a:lnTo>
                  <a:pt x="8273" y="10463"/>
                </a:lnTo>
                <a:lnTo>
                  <a:pt x="8225" y="9855"/>
                </a:lnTo>
                <a:lnTo>
                  <a:pt x="8200" y="8833"/>
                </a:lnTo>
                <a:close/>
                <a:moveTo>
                  <a:pt x="7324" y="8346"/>
                </a:moveTo>
                <a:lnTo>
                  <a:pt x="6935" y="8906"/>
                </a:lnTo>
                <a:lnTo>
                  <a:pt x="6570" y="9441"/>
                </a:lnTo>
                <a:lnTo>
                  <a:pt x="5962" y="10439"/>
                </a:lnTo>
                <a:lnTo>
                  <a:pt x="5354" y="11437"/>
                </a:lnTo>
                <a:lnTo>
                  <a:pt x="4818" y="12386"/>
                </a:lnTo>
                <a:lnTo>
                  <a:pt x="4502" y="12848"/>
                </a:lnTo>
                <a:lnTo>
                  <a:pt x="4356" y="13067"/>
                </a:lnTo>
                <a:lnTo>
                  <a:pt x="4161" y="13286"/>
                </a:lnTo>
                <a:lnTo>
                  <a:pt x="3967" y="13529"/>
                </a:lnTo>
                <a:lnTo>
                  <a:pt x="3796" y="13773"/>
                </a:lnTo>
                <a:lnTo>
                  <a:pt x="3650" y="14040"/>
                </a:lnTo>
                <a:lnTo>
                  <a:pt x="3504" y="14308"/>
                </a:lnTo>
                <a:lnTo>
                  <a:pt x="3577" y="13578"/>
                </a:lnTo>
                <a:lnTo>
                  <a:pt x="3699" y="12897"/>
                </a:lnTo>
                <a:lnTo>
                  <a:pt x="3821" y="12215"/>
                </a:lnTo>
                <a:lnTo>
                  <a:pt x="3967" y="11558"/>
                </a:lnTo>
                <a:lnTo>
                  <a:pt x="4113" y="10926"/>
                </a:lnTo>
                <a:lnTo>
                  <a:pt x="4234" y="10269"/>
                </a:lnTo>
                <a:lnTo>
                  <a:pt x="4332" y="9612"/>
                </a:lnTo>
                <a:lnTo>
                  <a:pt x="4307" y="9539"/>
                </a:lnTo>
                <a:lnTo>
                  <a:pt x="4453" y="9587"/>
                </a:lnTo>
                <a:lnTo>
                  <a:pt x="4624" y="9563"/>
                </a:lnTo>
                <a:lnTo>
                  <a:pt x="4818" y="9514"/>
                </a:lnTo>
                <a:lnTo>
                  <a:pt x="5013" y="9441"/>
                </a:lnTo>
                <a:lnTo>
                  <a:pt x="5354" y="9271"/>
                </a:lnTo>
                <a:lnTo>
                  <a:pt x="5646" y="9149"/>
                </a:lnTo>
                <a:lnTo>
                  <a:pt x="6497" y="8760"/>
                </a:lnTo>
                <a:lnTo>
                  <a:pt x="7324" y="8346"/>
                </a:lnTo>
                <a:close/>
                <a:moveTo>
                  <a:pt x="4234" y="13700"/>
                </a:moveTo>
                <a:lnTo>
                  <a:pt x="4307" y="13773"/>
                </a:lnTo>
                <a:lnTo>
                  <a:pt x="4380" y="13821"/>
                </a:lnTo>
                <a:lnTo>
                  <a:pt x="4551" y="13943"/>
                </a:lnTo>
                <a:lnTo>
                  <a:pt x="4697" y="14016"/>
                </a:lnTo>
                <a:lnTo>
                  <a:pt x="4307" y="14259"/>
                </a:lnTo>
                <a:lnTo>
                  <a:pt x="4161" y="14332"/>
                </a:lnTo>
                <a:lnTo>
                  <a:pt x="3991" y="14405"/>
                </a:lnTo>
                <a:lnTo>
                  <a:pt x="3650" y="14502"/>
                </a:lnTo>
                <a:lnTo>
                  <a:pt x="3748" y="14429"/>
                </a:lnTo>
                <a:lnTo>
                  <a:pt x="3821" y="14332"/>
                </a:lnTo>
                <a:lnTo>
                  <a:pt x="3967" y="14113"/>
                </a:lnTo>
                <a:lnTo>
                  <a:pt x="4113" y="13894"/>
                </a:lnTo>
                <a:lnTo>
                  <a:pt x="4234" y="13700"/>
                </a:lnTo>
                <a:close/>
                <a:moveTo>
                  <a:pt x="7835" y="0"/>
                </a:moveTo>
                <a:lnTo>
                  <a:pt x="7762" y="25"/>
                </a:lnTo>
                <a:lnTo>
                  <a:pt x="7689" y="73"/>
                </a:lnTo>
                <a:lnTo>
                  <a:pt x="7641" y="73"/>
                </a:lnTo>
                <a:lnTo>
                  <a:pt x="7495" y="146"/>
                </a:lnTo>
                <a:lnTo>
                  <a:pt x="7373" y="244"/>
                </a:lnTo>
                <a:lnTo>
                  <a:pt x="7276" y="341"/>
                </a:lnTo>
                <a:lnTo>
                  <a:pt x="7178" y="463"/>
                </a:lnTo>
                <a:lnTo>
                  <a:pt x="6984" y="730"/>
                </a:lnTo>
                <a:lnTo>
                  <a:pt x="6838" y="1047"/>
                </a:lnTo>
                <a:lnTo>
                  <a:pt x="6716" y="1387"/>
                </a:lnTo>
                <a:lnTo>
                  <a:pt x="6619" y="1704"/>
                </a:lnTo>
                <a:lnTo>
                  <a:pt x="6449" y="2288"/>
                </a:lnTo>
                <a:lnTo>
                  <a:pt x="6230" y="2920"/>
                </a:lnTo>
                <a:lnTo>
                  <a:pt x="6108" y="3237"/>
                </a:lnTo>
                <a:lnTo>
                  <a:pt x="5962" y="3529"/>
                </a:lnTo>
                <a:lnTo>
                  <a:pt x="5767" y="3845"/>
                </a:lnTo>
                <a:lnTo>
                  <a:pt x="5548" y="4161"/>
                </a:lnTo>
                <a:lnTo>
                  <a:pt x="5378" y="4478"/>
                </a:lnTo>
                <a:lnTo>
                  <a:pt x="5281" y="4648"/>
                </a:lnTo>
                <a:lnTo>
                  <a:pt x="5208" y="4818"/>
                </a:lnTo>
                <a:lnTo>
                  <a:pt x="4891" y="4916"/>
                </a:lnTo>
                <a:lnTo>
                  <a:pt x="4575" y="4989"/>
                </a:lnTo>
                <a:lnTo>
                  <a:pt x="3918" y="5110"/>
                </a:lnTo>
                <a:lnTo>
                  <a:pt x="2580" y="5305"/>
                </a:lnTo>
                <a:lnTo>
                  <a:pt x="1801" y="5402"/>
                </a:lnTo>
                <a:lnTo>
                  <a:pt x="998" y="5500"/>
                </a:lnTo>
                <a:lnTo>
                  <a:pt x="755" y="5524"/>
                </a:lnTo>
                <a:lnTo>
                  <a:pt x="511" y="5524"/>
                </a:lnTo>
                <a:lnTo>
                  <a:pt x="244" y="5548"/>
                </a:lnTo>
                <a:lnTo>
                  <a:pt x="146" y="5597"/>
                </a:lnTo>
                <a:lnTo>
                  <a:pt x="49" y="5646"/>
                </a:lnTo>
                <a:lnTo>
                  <a:pt x="0" y="5719"/>
                </a:lnTo>
                <a:lnTo>
                  <a:pt x="0" y="5792"/>
                </a:lnTo>
                <a:lnTo>
                  <a:pt x="0" y="5865"/>
                </a:lnTo>
                <a:lnTo>
                  <a:pt x="0" y="5962"/>
                </a:lnTo>
                <a:lnTo>
                  <a:pt x="49" y="6035"/>
                </a:lnTo>
                <a:lnTo>
                  <a:pt x="146" y="6229"/>
                </a:lnTo>
                <a:lnTo>
                  <a:pt x="292" y="6375"/>
                </a:lnTo>
                <a:lnTo>
                  <a:pt x="438" y="6497"/>
                </a:lnTo>
                <a:lnTo>
                  <a:pt x="682" y="6716"/>
                </a:lnTo>
                <a:lnTo>
                  <a:pt x="925" y="6935"/>
                </a:lnTo>
                <a:lnTo>
                  <a:pt x="1460" y="7349"/>
                </a:lnTo>
                <a:lnTo>
                  <a:pt x="1971" y="7811"/>
                </a:lnTo>
                <a:lnTo>
                  <a:pt x="2507" y="8273"/>
                </a:lnTo>
                <a:lnTo>
                  <a:pt x="2847" y="8565"/>
                </a:lnTo>
                <a:lnTo>
                  <a:pt x="3188" y="8882"/>
                </a:lnTo>
                <a:lnTo>
                  <a:pt x="3504" y="9222"/>
                </a:lnTo>
                <a:lnTo>
                  <a:pt x="3650" y="9417"/>
                </a:lnTo>
                <a:lnTo>
                  <a:pt x="3772" y="9612"/>
                </a:lnTo>
                <a:lnTo>
                  <a:pt x="3821" y="9685"/>
                </a:lnTo>
                <a:lnTo>
                  <a:pt x="3918" y="9709"/>
                </a:lnTo>
                <a:lnTo>
                  <a:pt x="3748" y="10342"/>
                </a:lnTo>
                <a:lnTo>
                  <a:pt x="3602" y="10974"/>
                </a:lnTo>
                <a:lnTo>
                  <a:pt x="3334" y="12264"/>
                </a:lnTo>
                <a:lnTo>
                  <a:pt x="3212" y="12872"/>
                </a:lnTo>
                <a:lnTo>
                  <a:pt x="3091" y="13529"/>
                </a:lnTo>
                <a:lnTo>
                  <a:pt x="3042" y="13870"/>
                </a:lnTo>
                <a:lnTo>
                  <a:pt x="2993" y="14186"/>
                </a:lnTo>
                <a:lnTo>
                  <a:pt x="2993" y="14502"/>
                </a:lnTo>
                <a:lnTo>
                  <a:pt x="3018" y="14819"/>
                </a:lnTo>
                <a:lnTo>
                  <a:pt x="3042" y="14916"/>
                </a:lnTo>
                <a:lnTo>
                  <a:pt x="3091" y="14965"/>
                </a:lnTo>
                <a:lnTo>
                  <a:pt x="3188" y="15013"/>
                </a:lnTo>
                <a:lnTo>
                  <a:pt x="3261" y="15013"/>
                </a:lnTo>
                <a:lnTo>
                  <a:pt x="3383" y="15038"/>
                </a:lnTo>
                <a:lnTo>
                  <a:pt x="3529" y="15062"/>
                </a:lnTo>
                <a:lnTo>
                  <a:pt x="3675" y="15038"/>
                </a:lnTo>
                <a:lnTo>
                  <a:pt x="3796" y="15013"/>
                </a:lnTo>
                <a:lnTo>
                  <a:pt x="4088" y="14940"/>
                </a:lnTo>
                <a:lnTo>
                  <a:pt x="4405" y="14794"/>
                </a:lnTo>
                <a:lnTo>
                  <a:pt x="4672" y="14624"/>
                </a:lnTo>
                <a:lnTo>
                  <a:pt x="4964" y="14454"/>
                </a:lnTo>
                <a:lnTo>
                  <a:pt x="5402" y="14138"/>
                </a:lnTo>
                <a:lnTo>
                  <a:pt x="5719" y="13943"/>
                </a:lnTo>
                <a:lnTo>
                  <a:pt x="6035" y="13748"/>
                </a:lnTo>
                <a:lnTo>
                  <a:pt x="6716" y="13383"/>
                </a:lnTo>
                <a:lnTo>
                  <a:pt x="7373" y="13018"/>
                </a:lnTo>
                <a:lnTo>
                  <a:pt x="7689" y="12824"/>
                </a:lnTo>
                <a:lnTo>
                  <a:pt x="8006" y="12629"/>
                </a:lnTo>
                <a:lnTo>
                  <a:pt x="8127" y="12726"/>
                </a:lnTo>
                <a:lnTo>
                  <a:pt x="8273" y="12799"/>
                </a:lnTo>
                <a:lnTo>
                  <a:pt x="8590" y="12945"/>
                </a:lnTo>
                <a:lnTo>
                  <a:pt x="9320" y="13213"/>
                </a:lnTo>
                <a:lnTo>
                  <a:pt x="9685" y="13383"/>
                </a:lnTo>
                <a:lnTo>
                  <a:pt x="10050" y="13554"/>
                </a:lnTo>
                <a:lnTo>
                  <a:pt x="10707" y="13894"/>
                </a:lnTo>
                <a:lnTo>
                  <a:pt x="11364" y="14283"/>
                </a:lnTo>
                <a:lnTo>
                  <a:pt x="11607" y="14454"/>
                </a:lnTo>
                <a:lnTo>
                  <a:pt x="11875" y="14624"/>
                </a:lnTo>
                <a:lnTo>
                  <a:pt x="12021" y="14697"/>
                </a:lnTo>
                <a:lnTo>
                  <a:pt x="12167" y="14770"/>
                </a:lnTo>
                <a:lnTo>
                  <a:pt x="12313" y="14794"/>
                </a:lnTo>
                <a:lnTo>
                  <a:pt x="12459" y="14770"/>
                </a:lnTo>
                <a:lnTo>
                  <a:pt x="12507" y="14770"/>
                </a:lnTo>
                <a:lnTo>
                  <a:pt x="12532" y="14721"/>
                </a:lnTo>
                <a:lnTo>
                  <a:pt x="12629" y="14697"/>
                </a:lnTo>
                <a:lnTo>
                  <a:pt x="12702" y="14648"/>
                </a:lnTo>
                <a:lnTo>
                  <a:pt x="12751" y="14575"/>
                </a:lnTo>
                <a:lnTo>
                  <a:pt x="12775" y="14478"/>
                </a:lnTo>
                <a:lnTo>
                  <a:pt x="12751" y="14065"/>
                </a:lnTo>
                <a:lnTo>
                  <a:pt x="12702" y="13651"/>
                </a:lnTo>
                <a:lnTo>
                  <a:pt x="12629" y="13262"/>
                </a:lnTo>
                <a:lnTo>
                  <a:pt x="12556" y="12848"/>
                </a:lnTo>
                <a:lnTo>
                  <a:pt x="12337" y="12045"/>
                </a:lnTo>
                <a:lnTo>
                  <a:pt x="12118" y="11242"/>
                </a:lnTo>
                <a:lnTo>
                  <a:pt x="11899" y="10463"/>
                </a:lnTo>
                <a:lnTo>
                  <a:pt x="11875" y="10390"/>
                </a:lnTo>
                <a:lnTo>
                  <a:pt x="11680" y="9685"/>
                </a:lnTo>
                <a:lnTo>
                  <a:pt x="11680" y="9636"/>
                </a:lnTo>
                <a:lnTo>
                  <a:pt x="11656" y="9563"/>
                </a:lnTo>
                <a:lnTo>
                  <a:pt x="11631" y="9514"/>
                </a:lnTo>
                <a:lnTo>
                  <a:pt x="11680" y="9490"/>
                </a:lnTo>
                <a:lnTo>
                  <a:pt x="11729" y="9466"/>
                </a:lnTo>
                <a:lnTo>
                  <a:pt x="11802" y="9393"/>
                </a:lnTo>
                <a:lnTo>
                  <a:pt x="11850" y="9344"/>
                </a:lnTo>
                <a:lnTo>
                  <a:pt x="12094" y="9101"/>
                </a:lnTo>
                <a:lnTo>
                  <a:pt x="12361" y="8882"/>
                </a:lnTo>
                <a:lnTo>
                  <a:pt x="12897" y="8419"/>
                </a:lnTo>
                <a:lnTo>
                  <a:pt x="13432" y="8006"/>
                </a:lnTo>
                <a:lnTo>
                  <a:pt x="13967" y="7568"/>
                </a:lnTo>
                <a:lnTo>
                  <a:pt x="14211" y="7324"/>
                </a:lnTo>
                <a:lnTo>
                  <a:pt x="14454" y="7105"/>
                </a:lnTo>
                <a:lnTo>
                  <a:pt x="14697" y="6838"/>
                </a:lnTo>
                <a:lnTo>
                  <a:pt x="14892" y="6570"/>
                </a:lnTo>
                <a:lnTo>
                  <a:pt x="15232" y="6205"/>
                </a:lnTo>
                <a:lnTo>
                  <a:pt x="15403" y="5986"/>
                </a:lnTo>
                <a:lnTo>
                  <a:pt x="15451" y="5889"/>
                </a:lnTo>
                <a:lnTo>
                  <a:pt x="15500" y="5767"/>
                </a:lnTo>
                <a:lnTo>
                  <a:pt x="15500" y="5743"/>
                </a:lnTo>
                <a:lnTo>
                  <a:pt x="15476" y="5646"/>
                </a:lnTo>
                <a:lnTo>
                  <a:pt x="15427" y="5573"/>
                </a:lnTo>
                <a:lnTo>
                  <a:pt x="15354" y="5475"/>
                </a:lnTo>
                <a:lnTo>
                  <a:pt x="15257" y="5427"/>
                </a:lnTo>
                <a:lnTo>
                  <a:pt x="15135" y="5378"/>
                </a:lnTo>
                <a:lnTo>
                  <a:pt x="15013" y="5354"/>
                </a:lnTo>
                <a:lnTo>
                  <a:pt x="14770" y="5329"/>
                </a:lnTo>
                <a:lnTo>
                  <a:pt x="14527" y="5305"/>
                </a:lnTo>
                <a:lnTo>
                  <a:pt x="13797" y="5256"/>
                </a:lnTo>
                <a:lnTo>
                  <a:pt x="13091" y="5208"/>
                </a:lnTo>
                <a:lnTo>
                  <a:pt x="12410" y="5208"/>
                </a:lnTo>
                <a:lnTo>
                  <a:pt x="11753" y="5159"/>
                </a:lnTo>
                <a:lnTo>
                  <a:pt x="11485" y="5135"/>
                </a:lnTo>
                <a:lnTo>
                  <a:pt x="11218" y="5086"/>
                </a:lnTo>
                <a:lnTo>
                  <a:pt x="10950" y="5013"/>
                </a:lnTo>
                <a:lnTo>
                  <a:pt x="10682" y="4989"/>
                </a:lnTo>
                <a:lnTo>
                  <a:pt x="10658" y="4940"/>
                </a:lnTo>
                <a:lnTo>
                  <a:pt x="10634" y="4867"/>
                </a:lnTo>
                <a:lnTo>
                  <a:pt x="10415" y="4599"/>
                </a:lnTo>
                <a:lnTo>
                  <a:pt x="10220" y="4332"/>
                </a:lnTo>
                <a:lnTo>
                  <a:pt x="10025" y="4040"/>
                </a:lnTo>
                <a:lnTo>
                  <a:pt x="9855" y="3748"/>
                </a:lnTo>
                <a:lnTo>
                  <a:pt x="9514" y="3164"/>
                </a:lnTo>
                <a:lnTo>
                  <a:pt x="9222" y="2531"/>
                </a:lnTo>
                <a:lnTo>
                  <a:pt x="8638" y="1290"/>
                </a:lnTo>
                <a:lnTo>
                  <a:pt x="8322" y="682"/>
                </a:lnTo>
                <a:lnTo>
                  <a:pt x="7981" y="73"/>
                </a:lnTo>
                <a:lnTo>
                  <a:pt x="7908" y="25"/>
                </a:lnTo>
                <a:lnTo>
                  <a:pt x="7835"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6D9EEB"/>
              </a:solidFill>
              <a:latin typeface="Arial"/>
              <a:ea typeface="Arial"/>
              <a:cs typeface="Arial"/>
              <a:sym typeface="Arial"/>
            </a:endParaRPr>
          </a:p>
        </p:txBody>
      </p:sp>
      <p:sp>
        <p:nvSpPr>
          <p:cNvPr id="697" name="Google Shape;697;gcb4749a3c8_0_803"/>
          <p:cNvSpPr txBox="1"/>
          <p:nvPr>
            <p:ph idx="12" type="sldNum"/>
          </p:nvPr>
        </p:nvSpPr>
        <p:spPr>
          <a:xfrm>
            <a:off x="8404375" y="4693376"/>
            <a:ext cx="548700" cy="3003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Clr>
                <a:srgbClr val="000000"/>
              </a:buClr>
              <a:buSzPts val="1500"/>
              <a:buFont typeface="Arial"/>
              <a:buNone/>
            </a:pPr>
            <a:fld id="{00000000-1234-1234-1234-123412341234}" type="slidenum">
              <a:rPr lang="en"/>
              <a:t>‹#›</a:t>
            </a:fld>
            <a:endParaRPr/>
          </a:p>
        </p:txBody>
      </p:sp>
      <p:sp>
        <p:nvSpPr>
          <p:cNvPr id="698" name="Google Shape;698;gcb4749a3c8_0_803"/>
          <p:cNvSpPr/>
          <p:nvPr/>
        </p:nvSpPr>
        <p:spPr>
          <a:xfrm>
            <a:off x="4832625" y="869038"/>
            <a:ext cx="3657600" cy="3657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gcb4749a3c8_0_803"/>
          <p:cNvSpPr txBox="1"/>
          <p:nvPr/>
        </p:nvSpPr>
        <p:spPr>
          <a:xfrm>
            <a:off x="5221038" y="1903500"/>
            <a:ext cx="2145900" cy="2493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000"/>
              <a:buFont typeface="Arial"/>
              <a:buNone/>
            </a:pPr>
            <a:r>
              <a:rPr b="0" i="0" lang="en" sz="3000" u="none" cap="none" strike="noStrike">
                <a:solidFill>
                  <a:schemeClr val="dk1"/>
                </a:solidFill>
                <a:latin typeface="Arial"/>
                <a:ea typeface="Arial"/>
                <a:cs typeface="Arial"/>
                <a:sym typeface="Arial"/>
              </a:rPr>
              <a:t>Celebrate!</a:t>
            </a:r>
            <a:endParaRPr b="0" i="0" sz="3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000"/>
              <a:buFont typeface="Arial"/>
              <a:buNone/>
            </a:pPr>
            <a:r>
              <a:t/>
            </a:r>
            <a:endParaRPr b="0" i="0" sz="3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000"/>
              <a:buFont typeface="Arial"/>
              <a:buNone/>
            </a:pPr>
            <a:r>
              <a:t/>
            </a:r>
            <a:endParaRPr b="0" i="0" sz="3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000"/>
              <a:buFont typeface="Arial"/>
              <a:buNone/>
            </a:pPr>
            <a:r>
              <a:t/>
            </a:r>
            <a:endParaRPr b="0" i="0" sz="3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000"/>
              <a:buFont typeface="Arial"/>
              <a:buNone/>
            </a:pPr>
            <a:r>
              <a:rPr b="0" i="0" lang="en" sz="3000" u="none" cap="none" strike="noStrike">
                <a:solidFill>
                  <a:schemeClr val="dk1"/>
                </a:solidFill>
                <a:latin typeface="Arial"/>
                <a:ea typeface="Arial"/>
                <a:cs typeface="Arial"/>
                <a:sym typeface="Arial"/>
              </a:rPr>
              <a:t>Recognize!</a:t>
            </a:r>
            <a:endParaRPr b="0" i="0" sz="3000" u="none" cap="none" strike="noStrike">
              <a:solidFill>
                <a:schemeClr val="dk1"/>
              </a:solidFill>
              <a:latin typeface="Arial"/>
              <a:ea typeface="Arial"/>
              <a:cs typeface="Arial"/>
              <a:sym typeface="Arial"/>
            </a:endParaRPr>
          </a:p>
        </p:txBody>
      </p:sp>
      <p:pic>
        <p:nvPicPr>
          <p:cNvPr descr="Logotipo&#10;&#10;Descrição gerada automaticamente com confiança média" id="700" name="Google Shape;700;gcb4749a3c8_0_803"/>
          <p:cNvPicPr preferRelativeResize="0"/>
          <p:nvPr/>
        </p:nvPicPr>
        <p:blipFill rotWithShape="1">
          <a:blip r:embed="rId3">
            <a:alphaModFix/>
          </a:blip>
          <a:srcRect b="0" l="0" r="0" t="0"/>
          <a:stretch/>
        </p:blipFill>
        <p:spPr>
          <a:xfrm>
            <a:off x="8644125" y="2"/>
            <a:ext cx="491800" cy="491799"/>
          </a:xfrm>
          <a:prstGeom prst="rect">
            <a:avLst/>
          </a:prstGeom>
          <a:noFill/>
          <a:ln>
            <a:noFill/>
          </a:ln>
        </p:spPr>
      </p:pic>
      <p:sp>
        <p:nvSpPr>
          <p:cNvPr id="701" name="Google Shape;701;gcb4749a3c8_0_803"/>
          <p:cNvSpPr/>
          <p:nvPr/>
        </p:nvSpPr>
        <p:spPr>
          <a:xfrm>
            <a:off x="7019553" y="1934649"/>
            <a:ext cx="1418891" cy="1363567"/>
          </a:xfrm>
          <a:custGeom>
            <a:rect b="b" l="l" r="r" t="t"/>
            <a:pathLst>
              <a:path extrusionOk="0" h="16668" w="16449">
                <a:moveTo>
                  <a:pt x="12288" y="1995"/>
                </a:moveTo>
                <a:lnTo>
                  <a:pt x="12093" y="2117"/>
                </a:lnTo>
                <a:lnTo>
                  <a:pt x="11923" y="2239"/>
                </a:lnTo>
                <a:lnTo>
                  <a:pt x="11655" y="2531"/>
                </a:lnTo>
                <a:lnTo>
                  <a:pt x="11461" y="2433"/>
                </a:lnTo>
                <a:lnTo>
                  <a:pt x="11874" y="2214"/>
                </a:lnTo>
                <a:lnTo>
                  <a:pt x="12288" y="1995"/>
                </a:lnTo>
                <a:close/>
                <a:moveTo>
                  <a:pt x="13261" y="2239"/>
                </a:moveTo>
                <a:lnTo>
                  <a:pt x="13359" y="2263"/>
                </a:lnTo>
                <a:lnTo>
                  <a:pt x="13456" y="2287"/>
                </a:lnTo>
                <a:lnTo>
                  <a:pt x="13529" y="2336"/>
                </a:lnTo>
                <a:lnTo>
                  <a:pt x="13578" y="2433"/>
                </a:lnTo>
                <a:lnTo>
                  <a:pt x="13626" y="2531"/>
                </a:lnTo>
                <a:lnTo>
                  <a:pt x="13675" y="2725"/>
                </a:lnTo>
                <a:lnTo>
                  <a:pt x="13651" y="2896"/>
                </a:lnTo>
                <a:lnTo>
                  <a:pt x="13626" y="3090"/>
                </a:lnTo>
                <a:lnTo>
                  <a:pt x="13578" y="3285"/>
                </a:lnTo>
                <a:lnTo>
                  <a:pt x="13480" y="3480"/>
                </a:lnTo>
                <a:lnTo>
                  <a:pt x="13383" y="3650"/>
                </a:lnTo>
                <a:lnTo>
                  <a:pt x="13188" y="4015"/>
                </a:lnTo>
                <a:lnTo>
                  <a:pt x="12969" y="3674"/>
                </a:lnTo>
                <a:lnTo>
                  <a:pt x="12702" y="3358"/>
                </a:lnTo>
                <a:lnTo>
                  <a:pt x="12410" y="3066"/>
                </a:lnTo>
                <a:lnTo>
                  <a:pt x="12093" y="2823"/>
                </a:lnTo>
                <a:lnTo>
                  <a:pt x="12288" y="2677"/>
                </a:lnTo>
                <a:lnTo>
                  <a:pt x="12483" y="2531"/>
                </a:lnTo>
                <a:lnTo>
                  <a:pt x="12726" y="2385"/>
                </a:lnTo>
                <a:lnTo>
                  <a:pt x="12945" y="2287"/>
                </a:lnTo>
                <a:lnTo>
                  <a:pt x="13164" y="2239"/>
                </a:lnTo>
                <a:close/>
                <a:moveTo>
                  <a:pt x="7981" y="3699"/>
                </a:moveTo>
                <a:lnTo>
                  <a:pt x="7981" y="3723"/>
                </a:lnTo>
                <a:lnTo>
                  <a:pt x="7932" y="3723"/>
                </a:lnTo>
                <a:lnTo>
                  <a:pt x="7908" y="3747"/>
                </a:lnTo>
                <a:lnTo>
                  <a:pt x="7835" y="3796"/>
                </a:lnTo>
                <a:lnTo>
                  <a:pt x="7786" y="3845"/>
                </a:lnTo>
                <a:lnTo>
                  <a:pt x="7738" y="3918"/>
                </a:lnTo>
                <a:lnTo>
                  <a:pt x="7689" y="3991"/>
                </a:lnTo>
                <a:lnTo>
                  <a:pt x="7689" y="4064"/>
                </a:lnTo>
                <a:lnTo>
                  <a:pt x="7689" y="4088"/>
                </a:lnTo>
                <a:lnTo>
                  <a:pt x="7689" y="4112"/>
                </a:lnTo>
                <a:lnTo>
                  <a:pt x="7689" y="4137"/>
                </a:lnTo>
                <a:lnTo>
                  <a:pt x="7689" y="4161"/>
                </a:lnTo>
                <a:lnTo>
                  <a:pt x="7689" y="4307"/>
                </a:lnTo>
                <a:lnTo>
                  <a:pt x="7738" y="4453"/>
                </a:lnTo>
                <a:lnTo>
                  <a:pt x="7786" y="4526"/>
                </a:lnTo>
                <a:lnTo>
                  <a:pt x="7859" y="4574"/>
                </a:lnTo>
                <a:lnTo>
                  <a:pt x="8030" y="4672"/>
                </a:lnTo>
                <a:lnTo>
                  <a:pt x="8176" y="4720"/>
                </a:lnTo>
                <a:lnTo>
                  <a:pt x="8297" y="4720"/>
                </a:lnTo>
                <a:lnTo>
                  <a:pt x="8395" y="4696"/>
                </a:lnTo>
                <a:lnTo>
                  <a:pt x="8492" y="4672"/>
                </a:lnTo>
                <a:lnTo>
                  <a:pt x="8589" y="4599"/>
                </a:lnTo>
                <a:lnTo>
                  <a:pt x="8662" y="4526"/>
                </a:lnTo>
                <a:lnTo>
                  <a:pt x="8711" y="4429"/>
                </a:lnTo>
                <a:lnTo>
                  <a:pt x="8711" y="4307"/>
                </a:lnTo>
                <a:lnTo>
                  <a:pt x="8711" y="4185"/>
                </a:lnTo>
                <a:lnTo>
                  <a:pt x="8662" y="4064"/>
                </a:lnTo>
                <a:lnTo>
                  <a:pt x="8614" y="3942"/>
                </a:lnTo>
                <a:lnTo>
                  <a:pt x="8541" y="3845"/>
                </a:lnTo>
                <a:lnTo>
                  <a:pt x="8468" y="3772"/>
                </a:lnTo>
                <a:lnTo>
                  <a:pt x="8370" y="3723"/>
                </a:lnTo>
                <a:lnTo>
                  <a:pt x="8273" y="3699"/>
                </a:lnTo>
                <a:close/>
                <a:moveTo>
                  <a:pt x="9830" y="3966"/>
                </a:moveTo>
                <a:lnTo>
                  <a:pt x="9709" y="3991"/>
                </a:lnTo>
                <a:lnTo>
                  <a:pt x="9611" y="4064"/>
                </a:lnTo>
                <a:lnTo>
                  <a:pt x="9538" y="4161"/>
                </a:lnTo>
                <a:lnTo>
                  <a:pt x="9514" y="4258"/>
                </a:lnTo>
                <a:lnTo>
                  <a:pt x="9490" y="4356"/>
                </a:lnTo>
                <a:lnTo>
                  <a:pt x="9514" y="4453"/>
                </a:lnTo>
                <a:lnTo>
                  <a:pt x="9563" y="4574"/>
                </a:lnTo>
                <a:lnTo>
                  <a:pt x="9636" y="4647"/>
                </a:lnTo>
                <a:lnTo>
                  <a:pt x="9757" y="4720"/>
                </a:lnTo>
                <a:lnTo>
                  <a:pt x="9879" y="4745"/>
                </a:lnTo>
                <a:lnTo>
                  <a:pt x="10025" y="4696"/>
                </a:lnTo>
                <a:lnTo>
                  <a:pt x="10098" y="4672"/>
                </a:lnTo>
                <a:lnTo>
                  <a:pt x="10147" y="4623"/>
                </a:lnTo>
                <a:lnTo>
                  <a:pt x="10244" y="4502"/>
                </a:lnTo>
                <a:lnTo>
                  <a:pt x="10268" y="4429"/>
                </a:lnTo>
                <a:lnTo>
                  <a:pt x="10268" y="4356"/>
                </a:lnTo>
                <a:lnTo>
                  <a:pt x="10244" y="4234"/>
                </a:lnTo>
                <a:lnTo>
                  <a:pt x="10220" y="4161"/>
                </a:lnTo>
                <a:lnTo>
                  <a:pt x="10147" y="4064"/>
                </a:lnTo>
                <a:lnTo>
                  <a:pt x="10074" y="4015"/>
                </a:lnTo>
                <a:lnTo>
                  <a:pt x="9952" y="3966"/>
                </a:lnTo>
                <a:close/>
                <a:moveTo>
                  <a:pt x="9125" y="5572"/>
                </a:moveTo>
                <a:lnTo>
                  <a:pt x="9003" y="5596"/>
                </a:lnTo>
                <a:lnTo>
                  <a:pt x="8881" y="5669"/>
                </a:lnTo>
                <a:lnTo>
                  <a:pt x="8808" y="5791"/>
                </a:lnTo>
                <a:lnTo>
                  <a:pt x="8784" y="5913"/>
                </a:lnTo>
                <a:lnTo>
                  <a:pt x="8808" y="6034"/>
                </a:lnTo>
                <a:lnTo>
                  <a:pt x="8881" y="6156"/>
                </a:lnTo>
                <a:lnTo>
                  <a:pt x="9003" y="6229"/>
                </a:lnTo>
                <a:lnTo>
                  <a:pt x="9125" y="6253"/>
                </a:lnTo>
                <a:lnTo>
                  <a:pt x="9246" y="6229"/>
                </a:lnTo>
                <a:lnTo>
                  <a:pt x="9368" y="6156"/>
                </a:lnTo>
                <a:lnTo>
                  <a:pt x="9441" y="6034"/>
                </a:lnTo>
                <a:lnTo>
                  <a:pt x="9465" y="5913"/>
                </a:lnTo>
                <a:lnTo>
                  <a:pt x="9441" y="5791"/>
                </a:lnTo>
                <a:lnTo>
                  <a:pt x="9368" y="5669"/>
                </a:lnTo>
                <a:lnTo>
                  <a:pt x="9246" y="5596"/>
                </a:lnTo>
                <a:lnTo>
                  <a:pt x="9125" y="5572"/>
                </a:lnTo>
                <a:close/>
                <a:moveTo>
                  <a:pt x="5013" y="9441"/>
                </a:moveTo>
                <a:lnTo>
                  <a:pt x="4842" y="9538"/>
                </a:lnTo>
                <a:lnTo>
                  <a:pt x="4672" y="9684"/>
                </a:lnTo>
                <a:lnTo>
                  <a:pt x="4502" y="9855"/>
                </a:lnTo>
                <a:lnTo>
                  <a:pt x="4356" y="10025"/>
                </a:lnTo>
                <a:lnTo>
                  <a:pt x="4112" y="10414"/>
                </a:lnTo>
                <a:lnTo>
                  <a:pt x="3918" y="10779"/>
                </a:lnTo>
                <a:lnTo>
                  <a:pt x="3723" y="11144"/>
                </a:lnTo>
                <a:lnTo>
                  <a:pt x="3650" y="11363"/>
                </a:lnTo>
                <a:lnTo>
                  <a:pt x="3553" y="11582"/>
                </a:lnTo>
                <a:lnTo>
                  <a:pt x="3504" y="11826"/>
                </a:lnTo>
                <a:lnTo>
                  <a:pt x="3480" y="12045"/>
                </a:lnTo>
                <a:lnTo>
                  <a:pt x="3480" y="12239"/>
                </a:lnTo>
                <a:lnTo>
                  <a:pt x="3528" y="12337"/>
                </a:lnTo>
                <a:lnTo>
                  <a:pt x="3577" y="12410"/>
                </a:lnTo>
                <a:lnTo>
                  <a:pt x="3601" y="12434"/>
                </a:lnTo>
                <a:lnTo>
                  <a:pt x="3626" y="12458"/>
                </a:lnTo>
                <a:lnTo>
                  <a:pt x="3650" y="12434"/>
                </a:lnTo>
                <a:lnTo>
                  <a:pt x="3674" y="12410"/>
                </a:lnTo>
                <a:lnTo>
                  <a:pt x="3747" y="12288"/>
                </a:lnTo>
                <a:lnTo>
                  <a:pt x="3772" y="12166"/>
                </a:lnTo>
                <a:lnTo>
                  <a:pt x="3820" y="11874"/>
                </a:lnTo>
                <a:lnTo>
                  <a:pt x="3869" y="11631"/>
                </a:lnTo>
                <a:lnTo>
                  <a:pt x="3966" y="11388"/>
                </a:lnTo>
                <a:lnTo>
                  <a:pt x="4137" y="10925"/>
                </a:lnTo>
                <a:lnTo>
                  <a:pt x="4331" y="10536"/>
                </a:lnTo>
                <a:lnTo>
                  <a:pt x="4575" y="10171"/>
                </a:lnTo>
                <a:lnTo>
                  <a:pt x="4818" y="9830"/>
                </a:lnTo>
                <a:lnTo>
                  <a:pt x="5061" y="9490"/>
                </a:lnTo>
                <a:lnTo>
                  <a:pt x="5061" y="9465"/>
                </a:lnTo>
                <a:lnTo>
                  <a:pt x="5061" y="9441"/>
                </a:lnTo>
                <a:close/>
                <a:moveTo>
                  <a:pt x="9003" y="2287"/>
                </a:moveTo>
                <a:lnTo>
                  <a:pt x="9319" y="2312"/>
                </a:lnTo>
                <a:lnTo>
                  <a:pt x="9611" y="2360"/>
                </a:lnTo>
                <a:lnTo>
                  <a:pt x="9928" y="2409"/>
                </a:lnTo>
                <a:lnTo>
                  <a:pt x="10220" y="2482"/>
                </a:lnTo>
                <a:lnTo>
                  <a:pt x="10512" y="2579"/>
                </a:lnTo>
                <a:lnTo>
                  <a:pt x="10804" y="2677"/>
                </a:lnTo>
                <a:lnTo>
                  <a:pt x="11071" y="2798"/>
                </a:lnTo>
                <a:lnTo>
                  <a:pt x="11339" y="2944"/>
                </a:lnTo>
                <a:lnTo>
                  <a:pt x="11582" y="3066"/>
                </a:lnTo>
                <a:lnTo>
                  <a:pt x="11826" y="3236"/>
                </a:lnTo>
                <a:lnTo>
                  <a:pt x="12020" y="3382"/>
                </a:lnTo>
                <a:lnTo>
                  <a:pt x="12215" y="3577"/>
                </a:lnTo>
                <a:lnTo>
                  <a:pt x="12580" y="3966"/>
                </a:lnTo>
                <a:lnTo>
                  <a:pt x="12921" y="4380"/>
                </a:lnTo>
                <a:lnTo>
                  <a:pt x="12410" y="5012"/>
                </a:lnTo>
                <a:lnTo>
                  <a:pt x="11874" y="5596"/>
                </a:lnTo>
                <a:lnTo>
                  <a:pt x="11339" y="6180"/>
                </a:lnTo>
                <a:lnTo>
                  <a:pt x="10804" y="6764"/>
                </a:lnTo>
                <a:lnTo>
                  <a:pt x="9684" y="7908"/>
                </a:lnTo>
                <a:lnTo>
                  <a:pt x="9149" y="8492"/>
                </a:lnTo>
                <a:lnTo>
                  <a:pt x="8614" y="9076"/>
                </a:lnTo>
                <a:lnTo>
                  <a:pt x="6667" y="11217"/>
                </a:lnTo>
                <a:lnTo>
                  <a:pt x="6302" y="11631"/>
                </a:lnTo>
                <a:lnTo>
                  <a:pt x="5889" y="12045"/>
                </a:lnTo>
                <a:lnTo>
                  <a:pt x="5499" y="12410"/>
                </a:lnTo>
                <a:lnTo>
                  <a:pt x="5061" y="12774"/>
                </a:lnTo>
                <a:lnTo>
                  <a:pt x="5061" y="12774"/>
                </a:lnTo>
                <a:lnTo>
                  <a:pt x="5110" y="12677"/>
                </a:lnTo>
                <a:lnTo>
                  <a:pt x="5329" y="12166"/>
                </a:lnTo>
                <a:lnTo>
                  <a:pt x="5572" y="11631"/>
                </a:lnTo>
                <a:lnTo>
                  <a:pt x="5597" y="11582"/>
                </a:lnTo>
                <a:lnTo>
                  <a:pt x="5548" y="11558"/>
                </a:lnTo>
                <a:lnTo>
                  <a:pt x="5499" y="11534"/>
                </a:lnTo>
                <a:lnTo>
                  <a:pt x="5475" y="11582"/>
                </a:lnTo>
                <a:lnTo>
                  <a:pt x="5183" y="11996"/>
                </a:lnTo>
                <a:lnTo>
                  <a:pt x="4915" y="12434"/>
                </a:lnTo>
                <a:lnTo>
                  <a:pt x="4745" y="12750"/>
                </a:lnTo>
                <a:lnTo>
                  <a:pt x="4648" y="12920"/>
                </a:lnTo>
                <a:lnTo>
                  <a:pt x="4599" y="13091"/>
                </a:lnTo>
                <a:lnTo>
                  <a:pt x="4477" y="13188"/>
                </a:lnTo>
                <a:lnTo>
                  <a:pt x="4404" y="13115"/>
                </a:lnTo>
                <a:lnTo>
                  <a:pt x="4258" y="13042"/>
                </a:lnTo>
                <a:lnTo>
                  <a:pt x="4331" y="12750"/>
                </a:lnTo>
                <a:lnTo>
                  <a:pt x="4404" y="12507"/>
                </a:lnTo>
                <a:lnTo>
                  <a:pt x="4526" y="12264"/>
                </a:lnTo>
                <a:lnTo>
                  <a:pt x="4769" y="11801"/>
                </a:lnTo>
                <a:lnTo>
                  <a:pt x="5232" y="11071"/>
                </a:lnTo>
                <a:lnTo>
                  <a:pt x="5694" y="10366"/>
                </a:lnTo>
                <a:lnTo>
                  <a:pt x="5718" y="10341"/>
                </a:lnTo>
                <a:lnTo>
                  <a:pt x="5694" y="10317"/>
                </a:lnTo>
                <a:lnTo>
                  <a:pt x="5670" y="10293"/>
                </a:lnTo>
                <a:lnTo>
                  <a:pt x="5645" y="10317"/>
                </a:lnTo>
                <a:lnTo>
                  <a:pt x="5037" y="11047"/>
                </a:lnTo>
                <a:lnTo>
                  <a:pt x="4745" y="11412"/>
                </a:lnTo>
                <a:lnTo>
                  <a:pt x="4477" y="11801"/>
                </a:lnTo>
                <a:lnTo>
                  <a:pt x="4331" y="12020"/>
                </a:lnTo>
                <a:lnTo>
                  <a:pt x="4185" y="12288"/>
                </a:lnTo>
                <a:lnTo>
                  <a:pt x="4064" y="12556"/>
                </a:lnTo>
                <a:lnTo>
                  <a:pt x="3966" y="12847"/>
                </a:lnTo>
                <a:lnTo>
                  <a:pt x="3674" y="12604"/>
                </a:lnTo>
                <a:lnTo>
                  <a:pt x="3407" y="12312"/>
                </a:lnTo>
                <a:lnTo>
                  <a:pt x="3188" y="11996"/>
                </a:lnTo>
                <a:lnTo>
                  <a:pt x="2969" y="11655"/>
                </a:lnTo>
                <a:lnTo>
                  <a:pt x="3066" y="11436"/>
                </a:lnTo>
                <a:lnTo>
                  <a:pt x="3139" y="11193"/>
                </a:lnTo>
                <a:lnTo>
                  <a:pt x="3236" y="10950"/>
                </a:lnTo>
                <a:lnTo>
                  <a:pt x="3358" y="10706"/>
                </a:lnTo>
                <a:lnTo>
                  <a:pt x="3626" y="10220"/>
                </a:lnTo>
                <a:lnTo>
                  <a:pt x="3869" y="9782"/>
                </a:lnTo>
                <a:lnTo>
                  <a:pt x="4161" y="9368"/>
                </a:lnTo>
                <a:lnTo>
                  <a:pt x="4453" y="8954"/>
                </a:lnTo>
                <a:lnTo>
                  <a:pt x="4769" y="8565"/>
                </a:lnTo>
                <a:lnTo>
                  <a:pt x="4794" y="8541"/>
                </a:lnTo>
                <a:lnTo>
                  <a:pt x="4769" y="8516"/>
                </a:lnTo>
                <a:lnTo>
                  <a:pt x="4745" y="8492"/>
                </a:lnTo>
                <a:lnTo>
                  <a:pt x="4721" y="8492"/>
                </a:lnTo>
                <a:lnTo>
                  <a:pt x="4331" y="8808"/>
                </a:lnTo>
                <a:lnTo>
                  <a:pt x="3991" y="9149"/>
                </a:lnTo>
                <a:lnTo>
                  <a:pt x="3699" y="9514"/>
                </a:lnTo>
                <a:lnTo>
                  <a:pt x="3407" y="9928"/>
                </a:lnTo>
                <a:lnTo>
                  <a:pt x="3236" y="10195"/>
                </a:lnTo>
                <a:lnTo>
                  <a:pt x="3042" y="10512"/>
                </a:lnTo>
                <a:lnTo>
                  <a:pt x="2871" y="10852"/>
                </a:lnTo>
                <a:lnTo>
                  <a:pt x="2798" y="11047"/>
                </a:lnTo>
                <a:lnTo>
                  <a:pt x="2750" y="11217"/>
                </a:lnTo>
                <a:lnTo>
                  <a:pt x="2579" y="10852"/>
                </a:lnTo>
                <a:lnTo>
                  <a:pt x="2458" y="10487"/>
                </a:lnTo>
                <a:lnTo>
                  <a:pt x="2579" y="10341"/>
                </a:lnTo>
                <a:lnTo>
                  <a:pt x="2652" y="10195"/>
                </a:lnTo>
                <a:lnTo>
                  <a:pt x="2798" y="9830"/>
                </a:lnTo>
                <a:lnTo>
                  <a:pt x="3236" y="8954"/>
                </a:lnTo>
                <a:lnTo>
                  <a:pt x="3455" y="8565"/>
                </a:lnTo>
                <a:lnTo>
                  <a:pt x="3699" y="8200"/>
                </a:lnTo>
                <a:lnTo>
                  <a:pt x="3966" y="7835"/>
                </a:lnTo>
                <a:lnTo>
                  <a:pt x="4185" y="7446"/>
                </a:lnTo>
                <a:lnTo>
                  <a:pt x="4210" y="7421"/>
                </a:lnTo>
                <a:lnTo>
                  <a:pt x="4185" y="7397"/>
                </a:lnTo>
                <a:lnTo>
                  <a:pt x="4161" y="7373"/>
                </a:lnTo>
                <a:lnTo>
                  <a:pt x="4137" y="7397"/>
                </a:lnTo>
                <a:lnTo>
                  <a:pt x="3966" y="7494"/>
                </a:lnTo>
                <a:lnTo>
                  <a:pt x="3820" y="7640"/>
                </a:lnTo>
                <a:lnTo>
                  <a:pt x="3674" y="7786"/>
                </a:lnTo>
                <a:lnTo>
                  <a:pt x="3528" y="7957"/>
                </a:lnTo>
                <a:lnTo>
                  <a:pt x="3285" y="8346"/>
                </a:lnTo>
                <a:lnTo>
                  <a:pt x="3066" y="8687"/>
                </a:lnTo>
                <a:lnTo>
                  <a:pt x="2798" y="9198"/>
                </a:lnTo>
                <a:lnTo>
                  <a:pt x="2555" y="9709"/>
                </a:lnTo>
                <a:lnTo>
                  <a:pt x="2458" y="9928"/>
                </a:lnTo>
                <a:lnTo>
                  <a:pt x="2360" y="10171"/>
                </a:lnTo>
                <a:lnTo>
                  <a:pt x="2239" y="9757"/>
                </a:lnTo>
                <a:lnTo>
                  <a:pt x="2166" y="9368"/>
                </a:lnTo>
                <a:lnTo>
                  <a:pt x="2239" y="9173"/>
                </a:lnTo>
                <a:lnTo>
                  <a:pt x="2385" y="8833"/>
                </a:lnTo>
                <a:lnTo>
                  <a:pt x="2555" y="8492"/>
                </a:lnTo>
                <a:lnTo>
                  <a:pt x="2725" y="8176"/>
                </a:lnTo>
                <a:lnTo>
                  <a:pt x="2920" y="7859"/>
                </a:lnTo>
                <a:lnTo>
                  <a:pt x="3309" y="7300"/>
                </a:lnTo>
                <a:lnTo>
                  <a:pt x="3528" y="7056"/>
                </a:lnTo>
                <a:lnTo>
                  <a:pt x="3747" y="6789"/>
                </a:lnTo>
                <a:lnTo>
                  <a:pt x="3893" y="6667"/>
                </a:lnTo>
                <a:lnTo>
                  <a:pt x="4088" y="6545"/>
                </a:lnTo>
                <a:lnTo>
                  <a:pt x="4234" y="6399"/>
                </a:lnTo>
                <a:lnTo>
                  <a:pt x="4380" y="6253"/>
                </a:lnTo>
                <a:lnTo>
                  <a:pt x="4356" y="6229"/>
                </a:lnTo>
                <a:lnTo>
                  <a:pt x="4283" y="6205"/>
                </a:lnTo>
                <a:lnTo>
                  <a:pt x="4185" y="6180"/>
                </a:lnTo>
                <a:lnTo>
                  <a:pt x="4064" y="6229"/>
                </a:lnTo>
                <a:lnTo>
                  <a:pt x="3942" y="6278"/>
                </a:lnTo>
                <a:lnTo>
                  <a:pt x="3820" y="6375"/>
                </a:lnTo>
                <a:lnTo>
                  <a:pt x="3699" y="6472"/>
                </a:lnTo>
                <a:lnTo>
                  <a:pt x="3455" y="6716"/>
                </a:lnTo>
                <a:lnTo>
                  <a:pt x="3236" y="6983"/>
                </a:lnTo>
                <a:lnTo>
                  <a:pt x="3017" y="7251"/>
                </a:lnTo>
                <a:lnTo>
                  <a:pt x="2750" y="7640"/>
                </a:lnTo>
                <a:lnTo>
                  <a:pt x="2579" y="7908"/>
                </a:lnTo>
                <a:lnTo>
                  <a:pt x="2409" y="8176"/>
                </a:lnTo>
                <a:lnTo>
                  <a:pt x="2239" y="8468"/>
                </a:lnTo>
                <a:lnTo>
                  <a:pt x="2093" y="8784"/>
                </a:lnTo>
                <a:lnTo>
                  <a:pt x="2093" y="8565"/>
                </a:lnTo>
                <a:lnTo>
                  <a:pt x="2093" y="8224"/>
                </a:lnTo>
                <a:lnTo>
                  <a:pt x="2239" y="7835"/>
                </a:lnTo>
                <a:lnTo>
                  <a:pt x="2385" y="7567"/>
                </a:lnTo>
                <a:lnTo>
                  <a:pt x="2506" y="7324"/>
                </a:lnTo>
                <a:lnTo>
                  <a:pt x="2823" y="6837"/>
                </a:lnTo>
                <a:lnTo>
                  <a:pt x="3139" y="6375"/>
                </a:lnTo>
                <a:lnTo>
                  <a:pt x="3309" y="6156"/>
                </a:lnTo>
                <a:lnTo>
                  <a:pt x="3504" y="5961"/>
                </a:lnTo>
                <a:lnTo>
                  <a:pt x="3723" y="5742"/>
                </a:lnTo>
                <a:lnTo>
                  <a:pt x="3942" y="5572"/>
                </a:lnTo>
                <a:lnTo>
                  <a:pt x="4161" y="5402"/>
                </a:lnTo>
                <a:lnTo>
                  <a:pt x="4404" y="5256"/>
                </a:lnTo>
                <a:lnTo>
                  <a:pt x="4429" y="5207"/>
                </a:lnTo>
                <a:lnTo>
                  <a:pt x="4429" y="5158"/>
                </a:lnTo>
                <a:lnTo>
                  <a:pt x="4380" y="5110"/>
                </a:lnTo>
                <a:lnTo>
                  <a:pt x="4331" y="5110"/>
                </a:lnTo>
                <a:lnTo>
                  <a:pt x="4088" y="5207"/>
                </a:lnTo>
                <a:lnTo>
                  <a:pt x="3845" y="5353"/>
                </a:lnTo>
                <a:lnTo>
                  <a:pt x="3626" y="5499"/>
                </a:lnTo>
                <a:lnTo>
                  <a:pt x="3431" y="5645"/>
                </a:lnTo>
                <a:lnTo>
                  <a:pt x="3236" y="5840"/>
                </a:lnTo>
                <a:lnTo>
                  <a:pt x="3042" y="6034"/>
                </a:lnTo>
                <a:lnTo>
                  <a:pt x="2701" y="6424"/>
                </a:lnTo>
                <a:lnTo>
                  <a:pt x="2409" y="6837"/>
                </a:lnTo>
                <a:lnTo>
                  <a:pt x="2166" y="7251"/>
                </a:lnTo>
                <a:lnTo>
                  <a:pt x="2239" y="6910"/>
                </a:lnTo>
                <a:lnTo>
                  <a:pt x="2312" y="6570"/>
                </a:lnTo>
                <a:lnTo>
                  <a:pt x="2409" y="6229"/>
                </a:lnTo>
                <a:lnTo>
                  <a:pt x="2531" y="5888"/>
                </a:lnTo>
                <a:lnTo>
                  <a:pt x="2774" y="5621"/>
                </a:lnTo>
                <a:lnTo>
                  <a:pt x="3042" y="5402"/>
                </a:lnTo>
                <a:lnTo>
                  <a:pt x="3626" y="4964"/>
                </a:lnTo>
                <a:lnTo>
                  <a:pt x="3650" y="4915"/>
                </a:lnTo>
                <a:lnTo>
                  <a:pt x="3650" y="4866"/>
                </a:lnTo>
                <a:lnTo>
                  <a:pt x="3626" y="4818"/>
                </a:lnTo>
                <a:lnTo>
                  <a:pt x="3407" y="4818"/>
                </a:lnTo>
                <a:lnTo>
                  <a:pt x="3261" y="4866"/>
                </a:lnTo>
                <a:lnTo>
                  <a:pt x="3090" y="4939"/>
                </a:lnTo>
                <a:lnTo>
                  <a:pt x="2944" y="5012"/>
                </a:lnTo>
                <a:lnTo>
                  <a:pt x="3236" y="4574"/>
                </a:lnTo>
                <a:lnTo>
                  <a:pt x="3577" y="4161"/>
                </a:lnTo>
                <a:lnTo>
                  <a:pt x="3747" y="3966"/>
                </a:lnTo>
                <a:lnTo>
                  <a:pt x="3942" y="3796"/>
                </a:lnTo>
                <a:lnTo>
                  <a:pt x="4137" y="3626"/>
                </a:lnTo>
                <a:lnTo>
                  <a:pt x="4356" y="3480"/>
                </a:lnTo>
                <a:lnTo>
                  <a:pt x="4623" y="3309"/>
                </a:lnTo>
                <a:lnTo>
                  <a:pt x="4867" y="3163"/>
                </a:lnTo>
                <a:lnTo>
                  <a:pt x="5426" y="2896"/>
                </a:lnTo>
                <a:lnTo>
                  <a:pt x="5986" y="2677"/>
                </a:lnTo>
                <a:lnTo>
                  <a:pt x="6594" y="2506"/>
                </a:lnTo>
                <a:lnTo>
                  <a:pt x="7178" y="2385"/>
                </a:lnTo>
                <a:lnTo>
                  <a:pt x="7786" y="2312"/>
                </a:lnTo>
                <a:lnTo>
                  <a:pt x="8419" y="2287"/>
                </a:lnTo>
                <a:close/>
                <a:moveTo>
                  <a:pt x="2506" y="11947"/>
                </a:moveTo>
                <a:lnTo>
                  <a:pt x="2798" y="12410"/>
                </a:lnTo>
                <a:lnTo>
                  <a:pt x="2969" y="12628"/>
                </a:lnTo>
                <a:lnTo>
                  <a:pt x="3139" y="12823"/>
                </a:lnTo>
                <a:lnTo>
                  <a:pt x="3334" y="12993"/>
                </a:lnTo>
                <a:lnTo>
                  <a:pt x="3528" y="13188"/>
                </a:lnTo>
                <a:lnTo>
                  <a:pt x="3723" y="13334"/>
                </a:lnTo>
                <a:lnTo>
                  <a:pt x="3918" y="13480"/>
                </a:lnTo>
                <a:lnTo>
                  <a:pt x="3528" y="13675"/>
                </a:lnTo>
                <a:lnTo>
                  <a:pt x="3309" y="13748"/>
                </a:lnTo>
                <a:lnTo>
                  <a:pt x="3090" y="13821"/>
                </a:lnTo>
                <a:lnTo>
                  <a:pt x="2871" y="13845"/>
                </a:lnTo>
                <a:lnTo>
                  <a:pt x="2677" y="13845"/>
                </a:lnTo>
                <a:lnTo>
                  <a:pt x="2506" y="13796"/>
                </a:lnTo>
                <a:lnTo>
                  <a:pt x="2409" y="13772"/>
                </a:lnTo>
                <a:lnTo>
                  <a:pt x="2336" y="13723"/>
                </a:lnTo>
                <a:lnTo>
                  <a:pt x="2239" y="13626"/>
                </a:lnTo>
                <a:lnTo>
                  <a:pt x="2190" y="13553"/>
                </a:lnTo>
                <a:lnTo>
                  <a:pt x="2141" y="13456"/>
                </a:lnTo>
                <a:lnTo>
                  <a:pt x="2117" y="13358"/>
                </a:lnTo>
                <a:lnTo>
                  <a:pt x="2117" y="13139"/>
                </a:lnTo>
                <a:lnTo>
                  <a:pt x="2166" y="12896"/>
                </a:lnTo>
                <a:lnTo>
                  <a:pt x="2239" y="12653"/>
                </a:lnTo>
                <a:lnTo>
                  <a:pt x="2336" y="12410"/>
                </a:lnTo>
                <a:lnTo>
                  <a:pt x="2506" y="11947"/>
                </a:lnTo>
                <a:close/>
                <a:moveTo>
                  <a:pt x="14064" y="6570"/>
                </a:moveTo>
                <a:lnTo>
                  <a:pt x="14113" y="6740"/>
                </a:lnTo>
                <a:lnTo>
                  <a:pt x="14162" y="6910"/>
                </a:lnTo>
                <a:lnTo>
                  <a:pt x="14210" y="7105"/>
                </a:lnTo>
                <a:lnTo>
                  <a:pt x="14235" y="7324"/>
                </a:lnTo>
                <a:lnTo>
                  <a:pt x="14235" y="7713"/>
                </a:lnTo>
                <a:lnTo>
                  <a:pt x="14235" y="8078"/>
                </a:lnTo>
                <a:lnTo>
                  <a:pt x="14235" y="8541"/>
                </a:lnTo>
                <a:lnTo>
                  <a:pt x="14210" y="9003"/>
                </a:lnTo>
                <a:lnTo>
                  <a:pt x="14162" y="9465"/>
                </a:lnTo>
                <a:lnTo>
                  <a:pt x="14064" y="9928"/>
                </a:lnTo>
                <a:lnTo>
                  <a:pt x="13943" y="10341"/>
                </a:lnTo>
                <a:lnTo>
                  <a:pt x="13797" y="10731"/>
                </a:lnTo>
                <a:lnTo>
                  <a:pt x="13602" y="11120"/>
                </a:lnTo>
                <a:lnTo>
                  <a:pt x="13383" y="11485"/>
                </a:lnTo>
                <a:lnTo>
                  <a:pt x="13140" y="11850"/>
                </a:lnTo>
                <a:lnTo>
                  <a:pt x="12848" y="12166"/>
                </a:lnTo>
                <a:lnTo>
                  <a:pt x="12556" y="12483"/>
                </a:lnTo>
                <a:lnTo>
                  <a:pt x="12239" y="12799"/>
                </a:lnTo>
                <a:lnTo>
                  <a:pt x="12191" y="12726"/>
                </a:lnTo>
                <a:lnTo>
                  <a:pt x="12142" y="12701"/>
                </a:lnTo>
                <a:lnTo>
                  <a:pt x="12020" y="12628"/>
                </a:lnTo>
                <a:lnTo>
                  <a:pt x="11972" y="12628"/>
                </a:lnTo>
                <a:lnTo>
                  <a:pt x="11947" y="12653"/>
                </a:lnTo>
                <a:lnTo>
                  <a:pt x="11947" y="12677"/>
                </a:lnTo>
                <a:lnTo>
                  <a:pt x="11947" y="12726"/>
                </a:lnTo>
                <a:lnTo>
                  <a:pt x="11996" y="12774"/>
                </a:lnTo>
                <a:lnTo>
                  <a:pt x="12020" y="12823"/>
                </a:lnTo>
                <a:lnTo>
                  <a:pt x="12045" y="12969"/>
                </a:lnTo>
                <a:lnTo>
                  <a:pt x="11680" y="13237"/>
                </a:lnTo>
                <a:lnTo>
                  <a:pt x="11582" y="13018"/>
                </a:lnTo>
                <a:lnTo>
                  <a:pt x="11558" y="12896"/>
                </a:lnTo>
                <a:lnTo>
                  <a:pt x="11534" y="12774"/>
                </a:lnTo>
                <a:lnTo>
                  <a:pt x="11509" y="12726"/>
                </a:lnTo>
                <a:lnTo>
                  <a:pt x="11461" y="12701"/>
                </a:lnTo>
                <a:lnTo>
                  <a:pt x="11412" y="12726"/>
                </a:lnTo>
                <a:lnTo>
                  <a:pt x="11388" y="12774"/>
                </a:lnTo>
                <a:lnTo>
                  <a:pt x="11363" y="13115"/>
                </a:lnTo>
                <a:lnTo>
                  <a:pt x="11363" y="13285"/>
                </a:lnTo>
                <a:lnTo>
                  <a:pt x="11388" y="13431"/>
                </a:lnTo>
                <a:lnTo>
                  <a:pt x="11266" y="13529"/>
                </a:lnTo>
                <a:lnTo>
                  <a:pt x="11096" y="13626"/>
                </a:lnTo>
                <a:lnTo>
                  <a:pt x="11023" y="13310"/>
                </a:lnTo>
                <a:lnTo>
                  <a:pt x="10925" y="12993"/>
                </a:lnTo>
                <a:lnTo>
                  <a:pt x="10877" y="12969"/>
                </a:lnTo>
                <a:lnTo>
                  <a:pt x="10828" y="12993"/>
                </a:lnTo>
                <a:lnTo>
                  <a:pt x="10779" y="13188"/>
                </a:lnTo>
                <a:lnTo>
                  <a:pt x="10779" y="13383"/>
                </a:lnTo>
                <a:lnTo>
                  <a:pt x="10804" y="13577"/>
                </a:lnTo>
                <a:lnTo>
                  <a:pt x="10852" y="13772"/>
                </a:lnTo>
                <a:lnTo>
                  <a:pt x="10487" y="13918"/>
                </a:lnTo>
                <a:lnTo>
                  <a:pt x="10487" y="13821"/>
                </a:lnTo>
                <a:lnTo>
                  <a:pt x="10463" y="13480"/>
                </a:lnTo>
                <a:lnTo>
                  <a:pt x="10439" y="13310"/>
                </a:lnTo>
                <a:lnTo>
                  <a:pt x="10414" y="13139"/>
                </a:lnTo>
                <a:lnTo>
                  <a:pt x="10390" y="13091"/>
                </a:lnTo>
                <a:lnTo>
                  <a:pt x="10293" y="13091"/>
                </a:lnTo>
                <a:lnTo>
                  <a:pt x="10268" y="13139"/>
                </a:lnTo>
                <a:lnTo>
                  <a:pt x="10195" y="13480"/>
                </a:lnTo>
                <a:lnTo>
                  <a:pt x="10195" y="13821"/>
                </a:lnTo>
                <a:lnTo>
                  <a:pt x="10171" y="14040"/>
                </a:lnTo>
                <a:lnTo>
                  <a:pt x="9782" y="14186"/>
                </a:lnTo>
                <a:lnTo>
                  <a:pt x="9806" y="13845"/>
                </a:lnTo>
                <a:lnTo>
                  <a:pt x="9879" y="13504"/>
                </a:lnTo>
                <a:lnTo>
                  <a:pt x="9928" y="13164"/>
                </a:lnTo>
                <a:lnTo>
                  <a:pt x="9952" y="12823"/>
                </a:lnTo>
                <a:lnTo>
                  <a:pt x="9952" y="12774"/>
                </a:lnTo>
                <a:lnTo>
                  <a:pt x="9928" y="12750"/>
                </a:lnTo>
                <a:lnTo>
                  <a:pt x="9879" y="12726"/>
                </a:lnTo>
                <a:lnTo>
                  <a:pt x="9806" y="12750"/>
                </a:lnTo>
                <a:lnTo>
                  <a:pt x="9757" y="12799"/>
                </a:lnTo>
                <a:lnTo>
                  <a:pt x="9636" y="13139"/>
                </a:lnTo>
                <a:lnTo>
                  <a:pt x="9490" y="13504"/>
                </a:lnTo>
                <a:lnTo>
                  <a:pt x="9417" y="13894"/>
                </a:lnTo>
                <a:lnTo>
                  <a:pt x="9392" y="14088"/>
                </a:lnTo>
                <a:lnTo>
                  <a:pt x="9368" y="14283"/>
                </a:lnTo>
                <a:lnTo>
                  <a:pt x="9125" y="14332"/>
                </a:lnTo>
                <a:lnTo>
                  <a:pt x="9125" y="14064"/>
                </a:lnTo>
                <a:lnTo>
                  <a:pt x="9149" y="13821"/>
                </a:lnTo>
                <a:lnTo>
                  <a:pt x="9173" y="13431"/>
                </a:lnTo>
                <a:lnTo>
                  <a:pt x="9222" y="13237"/>
                </a:lnTo>
                <a:lnTo>
                  <a:pt x="9246" y="13139"/>
                </a:lnTo>
                <a:lnTo>
                  <a:pt x="9295" y="13091"/>
                </a:lnTo>
                <a:lnTo>
                  <a:pt x="9295" y="13066"/>
                </a:lnTo>
                <a:lnTo>
                  <a:pt x="9295" y="13042"/>
                </a:lnTo>
                <a:lnTo>
                  <a:pt x="9246" y="13042"/>
                </a:lnTo>
                <a:lnTo>
                  <a:pt x="9173" y="13091"/>
                </a:lnTo>
                <a:lnTo>
                  <a:pt x="9125" y="13139"/>
                </a:lnTo>
                <a:lnTo>
                  <a:pt x="9027" y="13310"/>
                </a:lnTo>
                <a:lnTo>
                  <a:pt x="8954" y="13480"/>
                </a:lnTo>
                <a:lnTo>
                  <a:pt x="8906" y="13650"/>
                </a:lnTo>
                <a:lnTo>
                  <a:pt x="8808" y="13991"/>
                </a:lnTo>
                <a:lnTo>
                  <a:pt x="8784" y="14210"/>
                </a:lnTo>
                <a:lnTo>
                  <a:pt x="8784" y="14405"/>
                </a:lnTo>
                <a:lnTo>
                  <a:pt x="8443" y="14453"/>
                </a:lnTo>
                <a:lnTo>
                  <a:pt x="8443" y="14332"/>
                </a:lnTo>
                <a:lnTo>
                  <a:pt x="8492" y="13894"/>
                </a:lnTo>
                <a:lnTo>
                  <a:pt x="8589" y="13456"/>
                </a:lnTo>
                <a:lnTo>
                  <a:pt x="8735" y="13042"/>
                </a:lnTo>
                <a:lnTo>
                  <a:pt x="8833" y="12847"/>
                </a:lnTo>
                <a:lnTo>
                  <a:pt x="8930" y="12653"/>
                </a:lnTo>
                <a:lnTo>
                  <a:pt x="8930" y="12628"/>
                </a:lnTo>
                <a:lnTo>
                  <a:pt x="8906" y="12580"/>
                </a:lnTo>
                <a:lnTo>
                  <a:pt x="8881" y="12580"/>
                </a:lnTo>
                <a:lnTo>
                  <a:pt x="8857" y="12604"/>
                </a:lnTo>
                <a:lnTo>
                  <a:pt x="8687" y="12799"/>
                </a:lnTo>
                <a:lnTo>
                  <a:pt x="8516" y="12993"/>
                </a:lnTo>
                <a:lnTo>
                  <a:pt x="8395" y="13237"/>
                </a:lnTo>
                <a:lnTo>
                  <a:pt x="8297" y="13456"/>
                </a:lnTo>
                <a:lnTo>
                  <a:pt x="8200" y="13723"/>
                </a:lnTo>
                <a:lnTo>
                  <a:pt x="8127" y="13967"/>
                </a:lnTo>
                <a:lnTo>
                  <a:pt x="8103" y="14234"/>
                </a:lnTo>
                <a:lnTo>
                  <a:pt x="8078" y="14478"/>
                </a:lnTo>
                <a:lnTo>
                  <a:pt x="7762" y="14502"/>
                </a:lnTo>
                <a:lnTo>
                  <a:pt x="7811" y="14259"/>
                </a:lnTo>
                <a:lnTo>
                  <a:pt x="7859" y="14113"/>
                </a:lnTo>
                <a:lnTo>
                  <a:pt x="7908" y="13967"/>
                </a:lnTo>
                <a:lnTo>
                  <a:pt x="7957" y="13796"/>
                </a:lnTo>
                <a:lnTo>
                  <a:pt x="7981" y="13650"/>
                </a:lnTo>
                <a:lnTo>
                  <a:pt x="7957" y="13602"/>
                </a:lnTo>
                <a:lnTo>
                  <a:pt x="7932" y="13577"/>
                </a:lnTo>
                <a:lnTo>
                  <a:pt x="7884" y="13577"/>
                </a:lnTo>
                <a:lnTo>
                  <a:pt x="7811" y="13626"/>
                </a:lnTo>
                <a:lnTo>
                  <a:pt x="7738" y="13699"/>
                </a:lnTo>
                <a:lnTo>
                  <a:pt x="7689" y="13772"/>
                </a:lnTo>
                <a:lnTo>
                  <a:pt x="7640" y="13869"/>
                </a:lnTo>
                <a:lnTo>
                  <a:pt x="7567" y="14064"/>
                </a:lnTo>
                <a:lnTo>
                  <a:pt x="7519" y="14259"/>
                </a:lnTo>
                <a:lnTo>
                  <a:pt x="7446" y="14526"/>
                </a:lnTo>
                <a:lnTo>
                  <a:pt x="7105" y="14526"/>
                </a:lnTo>
                <a:lnTo>
                  <a:pt x="7129" y="14380"/>
                </a:lnTo>
                <a:lnTo>
                  <a:pt x="7178" y="14210"/>
                </a:lnTo>
                <a:lnTo>
                  <a:pt x="7300" y="13894"/>
                </a:lnTo>
                <a:lnTo>
                  <a:pt x="7421" y="13577"/>
                </a:lnTo>
                <a:lnTo>
                  <a:pt x="7421" y="13529"/>
                </a:lnTo>
                <a:lnTo>
                  <a:pt x="7397" y="13504"/>
                </a:lnTo>
                <a:lnTo>
                  <a:pt x="7324" y="13504"/>
                </a:lnTo>
                <a:lnTo>
                  <a:pt x="7154" y="13650"/>
                </a:lnTo>
                <a:lnTo>
                  <a:pt x="7008" y="13821"/>
                </a:lnTo>
                <a:lnTo>
                  <a:pt x="6886" y="13991"/>
                </a:lnTo>
                <a:lnTo>
                  <a:pt x="6789" y="14210"/>
                </a:lnTo>
                <a:lnTo>
                  <a:pt x="6740" y="14332"/>
                </a:lnTo>
                <a:lnTo>
                  <a:pt x="6716" y="14502"/>
                </a:lnTo>
                <a:lnTo>
                  <a:pt x="6497" y="14453"/>
                </a:lnTo>
                <a:lnTo>
                  <a:pt x="6302" y="14380"/>
                </a:lnTo>
                <a:lnTo>
                  <a:pt x="5889" y="14210"/>
                </a:lnTo>
                <a:lnTo>
                  <a:pt x="7008" y="13358"/>
                </a:lnTo>
                <a:lnTo>
                  <a:pt x="8078" y="12458"/>
                </a:lnTo>
                <a:lnTo>
                  <a:pt x="8881" y="11777"/>
                </a:lnTo>
                <a:lnTo>
                  <a:pt x="9271" y="11436"/>
                </a:lnTo>
                <a:lnTo>
                  <a:pt x="9684" y="11120"/>
                </a:lnTo>
                <a:lnTo>
                  <a:pt x="10463" y="10512"/>
                </a:lnTo>
                <a:lnTo>
                  <a:pt x="10828" y="10195"/>
                </a:lnTo>
                <a:lnTo>
                  <a:pt x="11193" y="9855"/>
                </a:lnTo>
                <a:lnTo>
                  <a:pt x="11388" y="9636"/>
                </a:lnTo>
                <a:lnTo>
                  <a:pt x="11582" y="9417"/>
                </a:lnTo>
                <a:lnTo>
                  <a:pt x="11923" y="8930"/>
                </a:lnTo>
                <a:lnTo>
                  <a:pt x="12264" y="8443"/>
                </a:lnTo>
                <a:lnTo>
                  <a:pt x="12434" y="8200"/>
                </a:lnTo>
                <a:lnTo>
                  <a:pt x="12629" y="7981"/>
                </a:lnTo>
                <a:lnTo>
                  <a:pt x="12969" y="7616"/>
                </a:lnTo>
                <a:lnTo>
                  <a:pt x="13334" y="7251"/>
                </a:lnTo>
                <a:lnTo>
                  <a:pt x="13699" y="6910"/>
                </a:lnTo>
                <a:lnTo>
                  <a:pt x="14064" y="6570"/>
                </a:lnTo>
                <a:close/>
                <a:moveTo>
                  <a:pt x="14356" y="1460"/>
                </a:moveTo>
                <a:lnTo>
                  <a:pt x="14575" y="1509"/>
                </a:lnTo>
                <a:lnTo>
                  <a:pt x="14721" y="1582"/>
                </a:lnTo>
                <a:lnTo>
                  <a:pt x="14843" y="1679"/>
                </a:lnTo>
                <a:lnTo>
                  <a:pt x="14916" y="1825"/>
                </a:lnTo>
                <a:lnTo>
                  <a:pt x="14964" y="1971"/>
                </a:lnTo>
                <a:lnTo>
                  <a:pt x="14989" y="2141"/>
                </a:lnTo>
                <a:lnTo>
                  <a:pt x="14964" y="2312"/>
                </a:lnTo>
                <a:lnTo>
                  <a:pt x="14940" y="2506"/>
                </a:lnTo>
                <a:lnTo>
                  <a:pt x="14867" y="2701"/>
                </a:lnTo>
                <a:lnTo>
                  <a:pt x="14721" y="3090"/>
                </a:lnTo>
                <a:lnTo>
                  <a:pt x="14551" y="3455"/>
                </a:lnTo>
                <a:lnTo>
                  <a:pt x="14381" y="3747"/>
                </a:lnTo>
                <a:lnTo>
                  <a:pt x="14162" y="4112"/>
                </a:lnTo>
                <a:lnTo>
                  <a:pt x="13918" y="4477"/>
                </a:lnTo>
                <a:lnTo>
                  <a:pt x="13432" y="5183"/>
                </a:lnTo>
                <a:lnTo>
                  <a:pt x="12385" y="6545"/>
                </a:lnTo>
                <a:lnTo>
                  <a:pt x="12045" y="7008"/>
                </a:lnTo>
                <a:lnTo>
                  <a:pt x="11704" y="7421"/>
                </a:lnTo>
                <a:lnTo>
                  <a:pt x="11339" y="7835"/>
                </a:lnTo>
                <a:lnTo>
                  <a:pt x="10950" y="8224"/>
                </a:lnTo>
                <a:lnTo>
                  <a:pt x="10560" y="8614"/>
                </a:lnTo>
                <a:lnTo>
                  <a:pt x="10171" y="9003"/>
                </a:lnTo>
                <a:lnTo>
                  <a:pt x="9319" y="9733"/>
                </a:lnTo>
                <a:lnTo>
                  <a:pt x="8565" y="10341"/>
                </a:lnTo>
                <a:lnTo>
                  <a:pt x="7835" y="10974"/>
                </a:lnTo>
                <a:lnTo>
                  <a:pt x="7129" y="11607"/>
                </a:lnTo>
                <a:lnTo>
                  <a:pt x="6789" y="11947"/>
                </a:lnTo>
                <a:lnTo>
                  <a:pt x="6448" y="12288"/>
                </a:lnTo>
                <a:lnTo>
                  <a:pt x="5791" y="12945"/>
                </a:lnTo>
                <a:lnTo>
                  <a:pt x="5134" y="13602"/>
                </a:lnTo>
                <a:lnTo>
                  <a:pt x="4794" y="13918"/>
                </a:lnTo>
                <a:lnTo>
                  <a:pt x="4429" y="14210"/>
                </a:lnTo>
                <a:lnTo>
                  <a:pt x="4064" y="14478"/>
                </a:lnTo>
                <a:lnTo>
                  <a:pt x="3674" y="14745"/>
                </a:lnTo>
                <a:lnTo>
                  <a:pt x="3431" y="14891"/>
                </a:lnTo>
                <a:lnTo>
                  <a:pt x="3115" y="15037"/>
                </a:lnTo>
                <a:lnTo>
                  <a:pt x="2750" y="15208"/>
                </a:lnTo>
                <a:lnTo>
                  <a:pt x="2360" y="15305"/>
                </a:lnTo>
                <a:lnTo>
                  <a:pt x="2166" y="15354"/>
                </a:lnTo>
                <a:lnTo>
                  <a:pt x="1971" y="15378"/>
                </a:lnTo>
                <a:lnTo>
                  <a:pt x="1776" y="15402"/>
                </a:lnTo>
                <a:lnTo>
                  <a:pt x="1606" y="15378"/>
                </a:lnTo>
                <a:lnTo>
                  <a:pt x="1460" y="15329"/>
                </a:lnTo>
                <a:lnTo>
                  <a:pt x="1314" y="15256"/>
                </a:lnTo>
                <a:lnTo>
                  <a:pt x="1192" y="15159"/>
                </a:lnTo>
                <a:lnTo>
                  <a:pt x="1095" y="15037"/>
                </a:lnTo>
                <a:lnTo>
                  <a:pt x="1022" y="14867"/>
                </a:lnTo>
                <a:lnTo>
                  <a:pt x="973" y="14672"/>
                </a:lnTo>
                <a:lnTo>
                  <a:pt x="973" y="14478"/>
                </a:lnTo>
                <a:lnTo>
                  <a:pt x="973" y="14283"/>
                </a:lnTo>
                <a:lnTo>
                  <a:pt x="998" y="14064"/>
                </a:lnTo>
                <a:lnTo>
                  <a:pt x="1046" y="13869"/>
                </a:lnTo>
                <a:lnTo>
                  <a:pt x="1168" y="13456"/>
                </a:lnTo>
                <a:lnTo>
                  <a:pt x="1752" y="12288"/>
                </a:lnTo>
                <a:lnTo>
                  <a:pt x="2020" y="11753"/>
                </a:lnTo>
                <a:lnTo>
                  <a:pt x="2141" y="11558"/>
                </a:lnTo>
                <a:lnTo>
                  <a:pt x="2190" y="11485"/>
                </a:lnTo>
                <a:lnTo>
                  <a:pt x="2239" y="11436"/>
                </a:lnTo>
                <a:lnTo>
                  <a:pt x="2287" y="11534"/>
                </a:lnTo>
                <a:lnTo>
                  <a:pt x="2263" y="11558"/>
                </a:lnTo>
                <a:lnTo>
                  <a:pt x="1995" y="12118"/>
                </a:lnTo>
                <a:lnTo>
                  <a:pt x="1874" y="12410"/>
                </a:lnTo>
                <a:lnTo>
                  <a:pt x="1776" y="12701"/>
                </a:lnTo>
                <a:lnTo>
                  <a:pt x="1703" y="12993"/>
                </a:lnTo>
                <a:lnTo>
                  <a:pt x="1703" y="13139"/>
                </a:lnTo>
                <a:lnTo>
                  <a:pt x="1703" y="13285"/>
                </a:lnTo>
                <a:lnTo>
                  <a:pt x="1703" y="13431"/>
                </a:lnTo>
                <a:lnTo>
                  <a:pt x="1728" y="13577"/>
                </a:lnTo>
                <a:lnTo>
                  <a:pt x="1776" y="13723"/>
                </a:lnTo>
                <a:lnTo>
                  <a:pt x="1849" y="13869"/>
                </a:lnTo>
                <a:lnTo>
                  <a:pt x="1922" y="13967"/>
                </a:lnTo>
                <a:lnTo>
                  <a:pt x="2020" y="14064"/>
                </a:lnTo>
                <a:lnTo>
                  <a:pt x="2117" y="14137"/>
                </a:lnTo>
                <a:lnTo>
                  <a:pt x="2214" y="14210"/>
                </a:lnTo>
                <a:lnTo>
                  <a:pt x="2336" y="14234"/>
                </a:lnTo>
                <a:lnTo>
                  <a:pt x="2458" y="14283"/>
                </a:lnTo>
                <a:lnTo>
                  <a:pt x="2701" y="14283"/>
                </a:lnTo>
                <a:lnTo>
                  <a:pt x="2969" y="14259"/>
                </a:lnTo>
                <a:lnTo>
                  <a:pt x="3236" y="14210"/>
                </a:lnTo>
                <a:lnTo>
                  <a:pt x="3480" y="14137"/>
                </a:lnTo>
                <a:lnTo>
                  <a:pt x="3674" y="14040"/>
                </a:lnTo>
                <a:lnTo>
                  <a:pt x="4064" y="13869"/>
                </a:lnTo>
                <a:lnTo>
                  <a:pt x="4404" y="13650"/>
                </a:lnTo>
                <a:lnTo>
                  <a:pt x="4745" y="13407"/>
                </a:lnTo>
                <a:lnTo>
                  <a:pt x="5086" y="13139"/>
                </a:lnTo>
                <a:lnTo>
                  <a:pt x="5718" y="12580"/>
                </a:lnTo>
                <a:lnTo>
                  <a:pt x="6351" y="12020"/>
                </a:lnTo>
                <a:lnTo>
                  <a:pt x="7056" y="11315"/>
                </a:lnTo>
                <a:lnTo>
                  <a:pt x="7762" y="10585"/>
                </a:lnTo>
                <a:lnTo>
                  <a:pt x="8443" y="9855"/>
                </a:lnTo>
                <a:lnTo>
                  <a:pt x="9149" y="9125"/>
                </a:lnTo>
                <a:lnTo>
                  <a:pt x="10585" y="7665"/>
                </a:lnTo>
                <a:lnTo>
                  <a:pt x="11315" y="6910"/>
                </a:lnTo>
                <a:lnTo>
                  <a:pt x="12045" y="6180"/>
                </a:lnTo>
                <a:lnTo>
                  <a:pt x="12580" y="5596"/>
                </a:lnTo>
                <a:lnTo>
                  <a:pt x="13091" y="4988"/>
                </a:lnTo>
                <a:lnTo>
                  <a:pt x="13334" y="4672"/>
                </a:lnTo>
                <a:lnTo>
                  <a:pt x="13553" y="4356"/>
                </a:lnTo>
                <a:lnTo>
                  <a:pt x="13772" y="4015"/>
                </a:lnTo>
                <a:lnTo>
                  <a:pt x="13943" y="3674"/>
                </a:lnTo>
                <a:lnTo>
                  <a:pt x="14040" y="3407"/>
                </a:lnTo>
                <a:lnTo>
                  <a:pt x="14113" y="3163"/>
                </a:lnTo>
                <a:lnTo>
                  <a:pt x="14162" y="2896"/>
                </a:lnTo>
                <a:lnTo>
                  <a:pt x="14186" y="2628"/>
                </a:lnTo>
                <a:lnTo>
                  <a:pt x="14137" y="2385"/>
                </a:lnTo>
                <a:lnTo>
                  <a:pt x="14089" y="2263"/>
                </a:lnTo>
                <a:lnTo>
                  <a:pt x="14040" y="2141"/>
                </a:lnTo>
                <a:lnTo>
                  <a:pt x="13967" y="2044"/>
                </a:lnTo>
                <a:lnTo>
                  <a:pt x="13894" y="1947"/>
                </a:lnTo>
                <a:lnTo>
                  <a:pt x="13772" y="1849"/>
                </a:lnTo>
                <a:lnTo>
                  <a:pt x="13651" y="1776"/>
                </a:lnTo>
                <a:lnTo>
                  <a:pt x="13480" y="1703"/>
                </a:lnTo>
                <a:lnTo>
                  <a:pt x="13334" y="1679"/>
                </a:lnTo>
                <a:lnTo>
                  <a:pt x="12994" y="1679"/>
                </a:lnTo>
                <a:lnTo>
                  <a:pt x="13261" y="1606"/>
                </a:lnTo>
                <a:lnTo>
                  <a:pt x="13529" y="1533"/>
                </a:lnTo>
                <a:lnTo>
                  <a:pt x="13821" y="1484"/>
                </a:lnTo>
                <a:lnTo>
                  <a:pt x="14113" y="1460"/>
                </a:lnTo>
                <a:close/>
                <a:moveTo>
                  <a:pt x="15573" y="535"/>
                </a:moveTo>
                <a:lnTo>
                  <a:pt x="15694" y="584"/>
                </a:lnTo>
                <a:lnTo>
                  <a:pt x="15767" y="633"/>
                </a:lnTo>
                <a:lnTo>
                  <a:pt x="15816" y="681"/>
                </a:lnTo>
                <a:lnTo>
                  <a:pt x="15840" y="754"/>
                </a:lnTo>
                <a:lnTo>
                  <a:pt x="15889" y="852"/>
                </a:lnTo>
                <a:lnTo>
                  <a:pt x="15938" y="1119"/>
                </a:lnTo>
                <a:lnTo>
                  <a:pt x="15938" y="1387"/>
                </a:lnTo>
                <a:lnTo>
                  <a:pt x="15913" y="1679"/>
                </a:lnTo>
                <a:lnTo>
                  <a:pt x="15865" y="1971"/>
                </a:lnTo>
                <a:lnTo>
                  <a:pt x="15719" y="2531"/>
                </a:lnTo>
                <a:lnTo>
                  <a:pt x="15548" y="3066"/>
                </a:lnTo>
                <a:lnTo>
                  <a:pt x="15378" y="3577"/>
                </a:lnTo>
                <a:lnTo>
                  <a:pt x="15159" y="4088"/>
                </a:lnTo>
                <a:lnTo>
                  <a:pt x="14916" y="4574"/>
                </a:lnTo>
                <a:lnTo>
                  <a:pt x="14624" y="5061"/>
                </a:lnTo>
                <a:lnTo>
                  <a:pt x="14332" y="5499"/>
                </a:lnTo>
                <a:lnTo>
                  <a:pt x="13991" y="5937"/>
                </a:lnTo>
                <a:lnTo>
                  <a:pt x="13626" y="6351"/>
                </a:lnTo>
                <a:lnTo>
                  <a:pt x="13261" y="6740"/>
                </a:lnTo>
                <a:lnTo>
                  <a:pt x="12604" y="7397"/>
                </a:lnTo>
                <a:lnTo>
                  <a:pt x="12288" y="7738"/>
                </a:lnTo>
                <a:lnTo>
                  <a:pt x="11996" y="8103"/>
                </a:lnTo>
                <a:lnTo>
                  <a:pt x="11363" y="8979"/>
                </a:lnTo>
                <a:lnTo>
                  <a:pt x="11047" y="9392"/>
                </a:lnTo>
                <a:lnTo>
                  <a:pt x="10877" y="9611"/>
                </a:lnTo>
                <a:lnTo>
                  <a:pt x="10682" y="9806"/>
                </a:lnTo>
                <a:lnTo>
                  <a:pt x="10293" y="10122"/>
                </a:lnTo>
                <a:lnTo>
                  <a:pt x="9903" y="10439"/>
                </a:lnTo>
                <a:lnTo>
                  <a:pt x="9100" y="11047"/>
                </a:lnTo>
                <a:lnTo>
                  <a:pt x="8687" y="11388"/>
                </a:lnTo>
                <a:lnTo>
                  <a:pt x="8297" y="11728"/>
                </a:lnTo>
                <a:lnTo>
                  <a:pt x="7519" y="12410"/>
                </a:lnTo>
                <a:lnTo>
                  <a:pt x="6837" y="12969"/>
                </a:lnTo>
                <a:lnTo>
                  <a:pt x="6156" y="13529"/>
                </a:lnTo>
                <a:lnTo>
                  <a:pt x="5475" y="14064"/>
                </a:lnTo>
                <a:lnTo>
                  <a:pt x="4769" y="14575"/>
                </a:lnTo>
                <a:lnTo>
                  <a:pt x="4283" y="14916"/>
                </a:lnTo>
                <a:lnTo>
                  <a:pt x="3796" y="15208"/>
                </a:lnTo>
                <a:lnTo>
                  <a:pt x="3285" y="15500"/>
                </a:lnTo>
                <a:lnTo>
                  <a:pt x="2750" y="15767"/>
                </a:lnTo>
                <a:lnTo>
                  <a:pt x="2287" y="15962"/>
                </a:lnTo>
                <a:lnTo>
                  <a:pt x="2020" y="16059"/>
                </a:lnTo>
                <a:lnTo>
                  <a:pt x="1752" y="16132"/>
                </a:lnTo>
                <a:lnTo>
                  <a:pt x="1484" y="16205"/>
                </a:lnTo>
                <a:lnTo>
                  <a:pt x="1217" y="16230"/>
                </a:lnTo>
                <a:lnTo>
                  <a:pt x="949" y="16205"/>
                </a:lnTo>
                <a:lnTo>
                  <a:pt x="827" y="16181"/>
                </a:lnTo>
                <a:lnTo>
                  <a:pt x="730" y="16132"/>
                </a:lnTo>
                <a:lnTo>
                  <a:pt x="633" y="16084"/>
                </a:lnTo>
                <a:lnTo>
                  <a:pt x="560" y="16011"/>
                </a:lnTo>
                <a:lnTo>
                  <a:pt x="511" y="15938"/>
                </a:lnTo>
                <a:lnTo>
                  <a:pt x="462" y="15840"/>
                </a:lnTo>
                <a:lnTo>
                  <a:pt x="438" y="15646"/>
                </a:lnTo>
                <a:lnTo>
                  <a:pt x="438" y="15402"/>
                </a:lnTo>
                <a:lnTo>
                  <a:pt x="487" y="15159"/>
                </a:lnTo>
                <a:lnTo>
                  <a:pt x="560" y="14891"/>
                </a:lnTo>
                <a:lnTo>
                  <a:pt x="754" y="14405"/>
                </a:lnTo>
                <a:lnTo>
                  <a:pt x="754" y="14599"/>
                </a:lnTo>
                <a:lnTo>
                  <a:pt x="754" y="14794"/>
                </a:lnTo>
                <a:lnTo>
                  <a:pt x="803" y="14964"/>
                </a:lnTo>
                <a:lnTo>
                  <a:pt x="827" y="15110"/>
                </a:lnTo>
                <a:lnTo>
                  <a:pt x="900" y="15232"/>
                </a:lnTo>
                <a:lnTo>
                  <a:pt x="973" y="15354"/>
                </a:lnTo>
                <a:lnTo>
                  <a:pt x="1046" y="15427"/>
                </a:lnTo>
                <a:lnTo>
                  <a:pt x="1144" y="15500"/>
                </a:lnTo>
                <a:lnTo>
                  <a:pt x="1241" y="15573"/>
                </a:lnTo>
                <a:lnTo>
                  <a:pt x="1338" y="15597"/>
                </a:lnTo>
                <a:lnTo>
                  <a:pt x="1460" y="15646"/>
                </a:lnTo>
                <a:lnTo>
                  <a:pt x="1849" y="15646"/>
                </a:lnTo>
                <a:lnTo>
                  <a:pt x="2141" y="15597"/>
                </a:lnTo>
                <a:lnTo>
                  <a:pt x="2433" y="15500"/>
                </a:lnTo>
                <a:lnTo>
                  <a:pt x="2750" y="15402"/>
                </a:lnTo>
                <a:lnTo>
                  <a:pt x="3042" y="15256"/>
                </a:lnTo>
                <a:lnTo>
                  <a:pt x="3626" y="14964"/>
                </a:lnTo>
                <a:lnTo>
                  <a:pt x="4112" y="14648"/>
                </a:lnTo>
                <a:lnTo>
                  <a:pt x="4453" y="14405"/>
                </a:lnTo>
                <a:lnTo>
                  <a:pt x="4794" y="14137"/>
                </a:lnTo>
                <a:lnTo>
                  <a:pt x="5134" y="13845"/>
                </a:lnTo>
                <a:lnTo>
                  <a:pt x="5767" y="13261"/>
                </a:lnTo>
                <a:lnTo>
                  <a:pt x="6375" y="12653"/>
                </a:lnTo>
                <a:lnTo>
                  <a:pt x="6983" y="12045"/>
                </a:lnTo>
                <a:lnTo>
                  <a:pt x="7738" y="11363"/>
                </a:lnTo>
                <a:lnTo>
                  <a:pt x="8492" y="10731"/>
                </a:lnTo>
                <a:lnTo>
                  <a:pt x="9271" y="10098"/>
                </a:lnTo>
                <a:lnTo>
                  <a:pt x="10049" y="9465"/>
                </a:lnTo>
                <a:lnTo>
                  <a:pt x="10439" y="9125"/>
                </a:lnTo>
                <a:lnTo>
                  <a:pt x="10828" y="8760"/>
                </a:lnTo>
                <a:lnTo>
                  <a:pt x="11193" y="8395"/>
                </a:lnTo>
                <a:lnTo>
                  <a:pt x="11558" y="8030"/>
                </a:lnTo>
                <a:lnTo>
                  <a:pt x="11899" y="7665"/>
                </a:lnTo>
                <a:lnTo>
                  <a:pt x="12239" y="7275"/>
                </a:lnTo>
                <a:lnTo>
                  <a:pt x="12896" y="6448"/>
                </a:lnTo>
                <a:lnTo>
                  <a:pt x="13894" y="5110"/>
                </a:lnTo>
                <a:lnTo>
                  <a:pt x="14381" y="4429"/>
                </a:lnTo>
                <a:lnTo>
                  <a:pt x="14599" y="4064"/>
                </a:lnTo>
                <a:lnTo>
                  <a:pt x="14818" y="3723"/>
                </a:lnTo>
                <a:lnTo>
                  <a:pt x="14989" y="3382"/>
                </a:lnTo>
                <a:lnTo>
                  <a:pt x="15159" y="2993"/>
                </a:lnTo>
                <a:lnTo>
                  <a:pt x="15281" y="2604"/>
                </a:lnTo>
                <a:lnTo>
                  <a:pt x="15329" y="2409"/>
                </a:lnTo>
                <a:lnTo>
                  <a:pt x="15378" y="2214"/>
                </a:lnTo>
                <a:lnTo>
                  <a:pt x="15378" y="2020"/>
                </a:lnTo>
                <a:lnTo>
                  <a:pt x="15354" y="1849"/>
                </a:lnTo>
                <a:lnTo>
                  <a:pt x="15305" y="1655"/>
                </a:lnTo>
                <a:lnTo>
                  <a:pt x="15232" y="1509"/>
                </a:lnTo>
                <a:lnTo>
                  <a:pt x="15135" y="1363"/>
                </a:lnTo>
                <a:lnTo>
                  <a:pt x="14989" y="1241"/>
                </a:lnTo>
                <a:lnTo>
                  <a:pt x="14794" y="1144"/>
                </a:lnTo>
                <a:lnTo>
                  <a:pt x="14575" y="1046"/>
                </a:lnTo>
                <a:lnTo>
                  <a:pt x="14332" y="998"/>
                </a:lnTo>
                <a:lnTo>
                  <a:pt x="14089" y="973"/>
                </a:lnTo>
                <a:lnTo>
                  <a:pt x="14818" y="730"/>
                </a:lnTo>
                <a:lnTo>
                  <a:pt x="15110" y="608"/>
                </a:lnTo>
                <a:lnTo>
                  <a:pt x="15281" y="560"/>
                </a:lnTo>
                <a:lnTo>
                  <a:pt x="15427" y="535"/>
                </a:lnTo>
                <a:close/>
                <a:moveTo>
                  <a:pt x="15451" y="0"/>
                </a:moveTo>
                <a:lnTo>
                  <a:pt x="15305" y="24"/>
                </a:lnTo>
                <a:lnTo>
                  <a:pt x="15013" y="97"/>
                </a:lnTo>
                <a:lnTo>
                  <a:pt x="13845" y="462"/>
                </a:lnTo>
                <a:lnTo>
                  <a:pt x="13261" y="657"/>
                </a:lnTo>
                <a:lnTo>
                  <a:pt x="12702" y="876"/>
                </a:lnTo>
                <a:lnTo>
                  <a:pt x="12118" y="1119"/>
                </a:lnTo>
                <a:lnTo>
                  <a:pt x="11582" y="1411"/>
                </a:lnTo>
                <a:lnTo>
                  <a:pt x="11047" y="1703"/>
                </a:lnTo>
                <a:lnTo>
                  <a:pt x="10536" y="2020"/>
                </a:lnTo>
                <a:lnTo>
                  <a:pt x="10512" y="2068"/>
                </a:lnTo>
                <a:lnTo>
                  <a:pt x="10195" y="1971"/>
                </a:lnTo>
                <a:lnTo>
                  <a:pt x="9879" y="1898"/>
                </a:lnTo>
                <a:lnTo>
                  <a:pt x="9246" y="1801"/>
                </a:lnTo>
                <a:lnTo>
                  <a:pt x="8906" y="1776"/>
                </a:lnTo>
                <a:lnTo>
                  <a:pt x="8565" y="1752"/>
                </a:lnTo>
                <a:lnTo>
                  <a:pt x="8224" y="1752"/>
                </a:lnTo>
                <a:lnTo>
                  <a:pt x="7884" y="1776"/>
                </a:lnTo>
                <a:lnTo>
                  <a:pt x="7543" y="1801"/>
                </a:lnTo>
                <a:lnTo>
                  <a:pt x="7178" y="1849"/>
                </a:lnTo>
                <a:lnTo>
                  <a:pt x="6837" y="1898"/>
                </a:lnTo>
                <a:lnTo>
                  <a:pt x="6497" y="1971"/>
                </a:lnTo>
                <a:lnTo>
                  <a:pt x="6181" y="2068"/>
                </a:lnTo>
                <a:lnTo>
                  <a:pt x="5840" y="2166"/>
                </a:lnTo>
                <a:lnTo>
                  <a:pt x="5524" y="2287"/>
                </a:lnTo>
                <a:lnTo>
                  <a:pt x="5207" y="2409"/>
                </a:lnTo>
                <a:lnTo>
                  <a:pt x="4891" y="2555"/>
                </a:lnTo>
                <a:lnTo>
                  <a:pt x="4575" y="2725"/>
                </a:lnTo>
                <a:lnTo>
                  <a:pt x="4283" y="2896"/>
                </a:lnTo>
                <a:lnTo>
                  <a:pt x="3991" y="3090"/>
                </a:lnTo>
                <a:lnTo>
                  <a:pt x="3626" y="3358"/>
                </a:lnTo>
                <a:lnTo>
                  <a:pt x="3285" y="3699"/>
                </a:lnTo>
                <a:lnTo>
                  <a:pt x="2969" y="4039"/>
                </a:lnTo>
                <a:lnTo>
                  <a:pt x="2677" y="4429"/>
                </a:lnTo>
                <a:lnTo>
                  <a:pt x="2433" y="4842"/>
                </a:lnTo>
                <a:lnTo>
                  <a:pt x="2214" y="5256"/>
                </a:lnTo>
                <a:lnTo>
                  <a:pt x="2044" y="5718"/>
                </a:lnTo>
                <a:lnTo>
                  <a:pt x="1874" y="6156"/>
                </a:lnTo>
                <a:lnTo>
                  <a:pt x="1776" y="6351"/>
                </a:lnTo>
                <a:lnTo>
                  <a:pt x="1679" y="6521"/>
                </a:lnTo>
                <a:lnTo>
                  <a:pt x="1630" y="6691"/>
                </a:lnTo>
                <a:lnTo>
                  <a:pt x="1630" y="6862"/>
                </a:lnTo>
                <a:lnTo>
                  <a:pt x="1655" y="6910"/>
                </a:lnTo>
                <a:lnTo>
                  <a:pt x="1703" y="6935"/>
                </a:lnTo>
                <a:lnTo>
                  <a:pt x="1630" y="7348"/>
                </a:lnTo>
                <a:lnTo>
                  <a:pt x="1582" y="7762"/>
                </a:lnTo>
                <a:lnTo>
                  <a:pt x="1557" y="8151"/>
                </a:lnTo>
                <a:lnTo>
                  <a:pt x="1557" y="8565"/>
                </a:lnTo>
                <a:lnTo>
                  <a:pt x="1557" y="8881"/>
                </a:lnTo>
                <a:lnTo>
                  <a:pt x="1606" y="9198"/>
                </a:lnTo>
                <a:lnTo>
                  <a:pt x="1655" y="9514"/>
                </a:lnTo>
                <a:lnTo>
                  <a:pt x="1703" y="9830"/>
                </a:lnTo>
                <a:lnTo>
                  <a:pt x="1776" y="10171"/>
                </a:lnTo>
                <a:lnTo>
                  <a:pt x="1874" y="10487"/>
                </a:lnTo>
                <a:lnTo>
                  <a:pt x="1995" y="10828"/>
                </a:lnTo>
                <a:lnTo>
                  <a:pt x="2117" y="11144"/>
                </a:lnTo>
                <a:lnTo>
                  <a:pt x="2020" y="11193"/>
                </a:lnTo>
                <a:lnTo>
                  <a:pt x="1898" y="11290"/>
                </a:lnTo>
                <a:lnTo>
                  <a:pt x="1776" y="11412"/>
                </a:lnTo>
                <a:lnTo>
                  <a:pt x="1655" y="11607"/>
                </a:lnTo>
                <a:lnTo>
                  <a:pt x="1387" y="12045"/>
                </a:lnTo>
                <a:lnTo>
                  <a:pt x="1119" y="12556"/>
                </a:lnTo>
                <a:lnTo>
                  <a:pt x="876" y="13091"/>
                </a:lnTo>
                <a:lnTo>
                  <a:pt x="657" y="13553"/>
                </a:lnTo>
                <a:lnTo>
                  <a:pt x="414" y="14113"/>
                </a:lnTo>
                <a:lnTo>
                  <a:pt x="243" y="14551"/>
                </a:lnTo>
                <a:lnTo>
                  <a:pt x="97" y="14989"/>
                </a:lnTo>
                <a:lnTo>
                  <a:pt x="49" y="15208"/>
                </a:lnTo>
                <a:lnTo>
                  <a:pt x="0" y="15427"/>
                </a:lnTo>
                <a:lnTo>
                  <a:pt x="0" y="15670"/>
                </a:lnTo>
                <a:lnTo>
                  <a:pt x="49" y="15889"/>
                </a:lnTo>
                <a:lnTo>
                  <a:pt x="97" y="16084"/>
                </a:lnTo>
                <a:lnTo>
                  <a:pt x="195" y="16254"/>
                </a:lnTo>
                <a:lnTo>
                  <a:pt x="316" y="16400"/>
                </a:lnTo>
                <a:lnTo>
                  <a:pt x="487" y="16497"/>
                </a:lnTo>
                <a:lnTo>
                  <a:pt x="657" y="16595"/>
                </a:lnTo>
                <a:lnTo>
                  <a:pt x="827" y="16643"/>
                </a:lnTo>
                <a:lnTo>
                  <a:pt x="1046" y="16668"/>
                </a:lnTo>
                <a:lnTo>
                  <a:pt x="1241" y="16668"/>
                </a:lnTo>
                <a:lnTo>
                  <a:pt x="1509" y="16643"/>
                </a:lnTo>
                <a:lnTo>
                  <a:pt x="1776" y="16570"/>
                </a:lnTo>
                <a:lnTo>
                  <a:pt x="2044" y="16497"/>
                </a:lnTo>
                <a:lnTo>
                  <a:pt x="2312" y="16400"/>
                </a:lnTo>
                <a:lnTo>
                  <a:pt x="2823" y="16157"/>
                </a:lnTo>
                <a:lnTo>
                  <a:pt x="3309" y="15913"/>
                </a:lnTo>
                <a:lnTo>
                  <a:pt x="3796" y="15646"/>
                </a:lnTo>
                <a:lnTo>
                  <a:pt x="4258" y="15378"/>
                </a:lnTo>
                <a:lnTo>
                  <a:pt x="4721" y="15062"/>
                </a:lnTo>
                <a:lnTo>
                  <a:pt x="5183" y="14745"/>
                </a:lnTo>
                <a:lnTo>
                  <a:pt x="5791" y="14307"/>
                </a:lnTo>
                <a:lnTo>
                  <a:pt x="5767" y="14405"/>
                </a:lnTo>
                <a:lnTo>
                  <a:pt x="5767" y="14502"/>
                </a:lnTo>
                <a:lnTo>
                  <a:pt x="5791" y="14599"/>
                </a:lnTo>
                <a:lnTo>
                  <a:pt x="5864" y="14672"/>
                </a:lnTo>
                <a:lnTo>
                  <a:pt x="5937" y="14745"/>
                </a:lnTo>
                <a:lnTo>
                  <a:pt x="6035" y="14794"/>
                </a:lnTo>
                <a:lnTo>
                  <a:pt x="6302" y="14867"/>
                </a:lnTo>
                <a:lnTo>
                  <a:pt x="6594" y="14940"/>
                </a:lnTo>
                <a:lnTo>
                  <a:pt x="6910" y="14964"/>
                </a:lnTo>
                <a:lnTo>
                  <a:pt x="7227" y="14989"/>
                </a:lnTo>
                <a:lnTo>
                  <a:pt x="7543" y="14989"/>
                </a:lnTo>
                <a:lnTo>
                  <a:pt x="7567" y="15037"/>
                </a:lnTo>
                <a:lnTo>
                  <a:pt x="7640" y="15062"/>
                </a:lnTo>
                <a:lnTo>
                  <a:pt x="7689" y="15062"/>
                </a:lnTo>
                <a:lnTo>
                  <a:pt x="7713" y="15037"/>
                </a:lnTo>
                <a:lnTo>
                  <a:pt x="7738" y="14964"/>
                </a:lnTo>
                <a:lnTo>
                  <a:pt x="8127" y="14940"/>
                </a:lnTo>
                <a:lnTo>
                  <a:pt x="8224" y="14940"/>
                </a:lnTo>
                <a:lnTo>
                  <a:pt x="8322" y="14964"/>
                </a:lnTo>
                <a:lnTo>
                  <a:pt x="8395" y="14916"/>
                </a:lnTo>
                <a:lnTo>
                  <a:pt x="8808" y="14867"/>
                </a:lnTo>
                <a:lnTo>
                  <a:pt x="9198" y="14794"/>
                </a:lnTo>
                <a:lnTo>
                  <a:pt x="9611" y="14697"/>
                </a:lnTo>
                <a:lnTo>
                  <a:pt x="10001" y="14599"/>
                </a:lnTo>
                <a:lnTo>
                  <a:pt x="10390" y="14453"/>
                </a:lnTo>
                <a:lnTo>
                  <a:pt x="10779" y="14307"/>
                </a:lnTo>
                <a:lnTo>
                  <a:pt x="11144" y="14137"/>
                </a:lnTo>
                <a:lnTo>
                  <a:pt x="11509" y="13918"/>
                </a:lnTo>
                <a:lnTo>
                  <a:pt x="12020" y="13577"/>
                </a:lnTo>
                <a:lnTo>
                  <a:pt x="12507" y="13164"/>
                </a:lnTo>
                <a:lnTo>
                  <a:pt x="12969" y="12726"/>
                </a:lnTo>
                <a:lnTo>
                  <a:pt x="13359" y="12264"/>
                </a:lnTo>
                <a:lnTo>
                  <a:pt x="13553" y="11996"/>
                </a:lnTo>
                <a:lnTo>
                  <a:pt x="13724" y="11753"/>
                </a:lnTo>
                <a:lnTo>
                  <a:pt x="13894" y="11485"/>
                </a:lnTo>
                <a:lnTo>
                  <a:pt x="14040" y="11193"/>
                </a:lnTo>
                <a:lnTo>
                  <a:pt x="14186" y="10925"/>
                </a:lnTo>
                <a:lnTo>
                  <a:pt x="14308" y="10633"/>
                </a:lnTo>
                <a:lnTo>
                  <a:pt x="14405" y="10341"/>
                </a:lnTo>
                <a:lnTo>
                  <a:pt x="14478" y="10049"/>
                </a:lnTo>
                <a:lnTo>
                  <a:pt x="14599" y="9538"/>
                </a:lnTo>
                <a:lnTo>
                  <a:pt x="14648" y="9003"/>
                </a:lnTo>
                <a:lnTo>
                  <a:pt x="14672" y="8468"/>
                </a:lnTo>
                <a:lnTo>
                  <a:pt x="14697" y="7957"/>
                </a:lnTo>
                <a:lnTo>
                  <a:pt x="14697" y="7519"/>
                </a:lnTo>
                <a:lnTo>
                  <a:pt x="14672" y="7032"/>
                </a:lnTo>
                <a:lnTo>
                  <a:pt x="14624" y="6813"/>
                </a:lnTo>
                <a:lnTo>
                  <a:pt x="14575" y="6594"/>
                </a:lnTo>
                <a:lnTo>
                  <a:pt x="14502" y="6375"/>
                </a:lnTo>
                <a:lnTo>
                  <a:pt x="14381" y="6180"/>
                </a:lnTo>
                <a:lnTo>
                  <a:pt x="14745" y="5718"/>
                </a:lnTo>
                <a:lnTo>
                  <a:pt x="15086" y="5207"/>
                </a:lnTo>
                <a:lnTo>
                  <a:pt x="15378" y="4696"/>
                </a:lnTo>
                <a:lnTo>
                  <a:pt x="15646" y="4185"/>
                </a:lnTo>
                <a:lnTo>
                  <a:pt x="15889" y="3650"/>
                </a:lnTo>
                <a:lnTo>
                  <a:pt x="16084" y="3090"/>
                </a:lnTo>
                <a:lnTo>
                  <a:pt x="16254" y="2506"/>
                </a:lnTo>
                <a:lnTo>
                  <a:pt x="16376" y="1922"/>
                </a:lnTo>
                <a:lnTo>
                  <a:pt x="16449" y="1509"/>
                </a:lnTo>
                <a:lnTo>
                  <a:pt x="16449" y="1290"/>
                </a:lnTo>
                <a:lnTo>
                  <a:pt x="16449" y="1046"/>
                </a:lnTo>
                <a:lnTo>
                  <a:pt x="16424" y="803"/>
                </a:lnTo>
                <a:lnTo>
                  <a:pt x="16376" y="584"/>
                </a:lnTo>
                <a:lnTo>
                  <a:pt x="16303" y="389"/>
                </a:lnTo>
                <a:lnTo>
                  <a:pt x="16230" y="316"/>
                </a:lnTo>
                <a:lnTo>
                  <a:pt x="16157" y="243"/>
                </a:lnTo>
                <a:lnTo>
                  <a:pt x="16035" y="122"/>
                </a:lnTo>
                <a:lnTo>
                  <a:pt x="15889" y="49"/>
                </a:lnTo>
                <a:lnTo>
                  <a:pt x="15767" y="24"/>
                </a:lnTo>
                <a:lnTo>
                  <a:pt x="15621" y="0"/>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gcb4749a3c8_0_803"/>
          <p:cNvSpPr/>
          <p:nvPr/>
        </p:nvSpPr>
        <p:spPr>
          <a:xfrm rot="1200589">
            <a:off x="973673" y="2635997"/>
            <a:ext cx="1828765" cy="1828820"/>
          </a:xfrm>
          <a:custGeom>
            <a:rect b="b" l="l" r="r" t="t"/>
            <a:pathLst>
              <a:path extrusionOk="0" h="18250" w="18737">
                <a:moveTo>
                  <a:pt x="13554" y="3431"/>
                </a:moveTo>
                <a:lnTo>
                  <a:pt x="13748" y="3456"/>
                </a:lnTo>
                <a:lnTo>
                  <a:pt x="13919" y="3480"/>
                </a:lnTo>
                <a:lnTo>
                  <a:pt x="14308" y="3602"/>
                </a:lnTo>
                <a:lnTo>
                  <a:pt x="14478" y="3675"/>
                </a:lnTo>
                <a:lnTo>
                  <a:pt x="14624" y="3748"/>
                </a:lnTo>
                <a:lnTo>
                  <a:pt x="14746" y="3845"/>
                </a:lnTo>
                <a:lnTo>
                  <a:pt x="14843" y="3967"/>
                </a:lnTo>
                <a:lnTo>
                  <a:pt x="14941" y="4113"/>
                </a:lnTo>
                <a:lnTo>
                  <a:pt x="15038" y="4259"/>
                </a:lnTo>
                <a:lnTo>
                  <a:pt x="15111" y="4405"/>
                </a:lnTo>
                <a:lnTo>
                  <a:pt x="15160" y="4551"/>
                </a:lnTo>
                <a:lnTo>
                  <a:pt x="15184" y="4721"/>
                </a:lnTo>
                <a:lnTo>
                  <a:pt x="15208" y="4891"/>
                </a:lnTo>
                <a:lnTo>
                  <a:pt x="15233" y="5232"/>
                </a:lnTo>
                <a:lnTo>
                  <a:pt x="15160" y="5548"/>
                </a:lnTo>
                <a:lnTo>
                  <a:pt x="15111" y="5719"/>
                </a:lnTo>
                <a:lnTo>
                  <a:pt x="15062" y="5865"/>
                </a:lnTo>
                <a:lnTo>
                  <a:pt x="14916" y="6132"/>
                </a:lnTo>
                <a:lnTo>
                  <a:pt x="14722" y="6351"/>
                </a:lnTo>
                <a:lnTo>
                  <a:pt x="14527" y="6570"/>
                </a:lnTo>
                <a:lnTo>
                  <a:pt x="14284" y="6765"/>
                </a:lnTo>
                <a:lnTo>
                  <a:pt x="13821" y="7130"/>
                </a:lnTo>
                <a:lnTo>
                  <a:pt x="13602" y="7325"/>
                </a:lnTo>
                <a:lnTo>
                  <a:pt x="13408" y="7544"/>
                </a:lnTo>
                <a:lnTo>
                  <a:pt x="12678" y="6984"/>
                </a:lnTo>
                <a:lnTo>
                  <a:pt x="12313" y="6692"/>
                </a:lnTo>
                <a:lnTo>
                  <a:pt x="11948" y="6400"/>
                </a:lnTo>
                <a:lnTo>
                  <a:pt x="11631" y="6108"/>
                </a:lnTo>
                <a:lnTo>
                  <a:pt x="11315" y="5767"/>
                </a:lnTo>
                <a:lnTo>
                  <a:pt x="11023" y="5427"/>
                </a:lnTo>
                <a:lnTo>
                  <a:pt x="10755" y="5037"/>
                </a:lnTo>
                <a:lnTo>
                  <a:pt x="10877" y="4989"/>
                </a:lnTo>
                <a:lnTo>
                  <a:pt x="10999" y="4891"/>
                </a:lnTo>
                <a:lnTo>
                  <a:pt x="11242" y="4697"/>
                </a:lnTo>
                <a:lnTo>
                  <a:pt x="11461" y="4478"/>
                </a:lnTo>
                <a:lnTo>
                  <a:pt x="11656" y="4283"/>
                </a:lnTo>
                <a:lnTo>
                  <a:pt x="12191" y="3869"/>
                </a:lnTo>
                <a:lnTo>
                  <a:pt x="12483" y="3699"/>
                </a:lnTo>
                <a:lnTo>
                  <a:pt x="12775" y="3553"/>
                </a:lnTo>
                <a:lnTo>
                  <a:pt x="12970" y="3480"/>
                </a:lnTo>
                <a:lnTo>
                  <a:pt x="13164" y="3456"/>
                </a:lnTo>
                <a:lnTo>
                  <a:pt x="13359" y="3431"/>
                </a:lnTo>
                <a:close/>
                <a:moveTo>
                  <a:pt x="13529" y="2872"/>
                </a:moveTo>
                <a:lnTo>
                  <a:pt x="13335" y="2896"/>
                </a:lnTo>
                <a:lnTo>
                  <a:pt x="12945" y="2969"/>
                </a:lnTo>
                <a:lnTo>
                  <a:pt x="12556" y="3066"/>
                </a:lnTo>
                <a:lnTo>
                  <a:pt x="12191" y="3237"/>
                </a:lnTo>
                <a:lnTo>
                  <a:pt x="11850" y="3456"/>
                </a:lnTo>
                <a:lnTo>
                  <a:pt x="11607" y="3626"/>
                </a:lnTo>
                <a:lnTo>
                  <a:pt x="11388" y="3821"/>
                </a:lnTo>
                <a:lnTo>
                  <a:pt x="10950" y="4210"/>
                </a:lnTo>
                <a:lnTo>
                  <a:pt x="10658" y="4478"/>
                </a:lnTo>
                <a:lnTo>
                  <a:pt x="10512" y="4648"/>
                </a:lnTo>
                <a:lnTo>
                  <a:pt x="10464" y="4721"/>
                </a:lnTo>
                <a:lnTo>
                  <a:pt x="10464" y="4818"/>
                </a:lnTo>
                <a:lnTo>
                  <a:pt x="10366" y="4843"/>
                </a:lnTo>
                <a:lnTo>
                  <a:pt x="10293" y="4916"/>
                </a:lnTo>
                <a:lnTo>
                  <a:pt x="10245" y="4989"/>
                </a:lnTo>
                <a:lnTo>
                  <a:pt x="10269" y="5110"/>
                </a:lnTo>
                <a:lnTo>
                  <a:pt x="10366" y="5354"/>
                </a:lnTo>
                <a:lnTo>
                  <a:pt x="10488" y="5597"/>
                </a:lnTo>
                <a:lnTo>
                  <a:pt x="10610" y="5816"/>
                </a:lnTo>
                <a:lnTo>
                  <a:pt x="10780" y="6035"/>
                </a:lnTo>
                <a:lnTo>
                  <a:pt x="10950" y="6230"/>
                </a:lnTo>
                <a:lnTo>
                  <a:pt x="11120" y="6449"/>
                </a:lnTo>
                <a:lnTo>
                  <a:pt x="11534" y="6814"/>
                </a:lnTo>
                <a:lnTo>
                  <a:pt x="11972" y="7179"/>
                </a:lnTo>
                <a:lnTo>
                  <a:pt x="12410" y="7519"/>
                </a:lnTo>
                <a:lnTo>
                  <a:pt x="12848" y="7836"/>
                </a:lnTo>
                <a:lnTo>
                  <a:pt x="13262" y="8152"/>
                </a:lnTo>
                <a:lnTo>
                  <a:pt x="13335" y="8201"/>
                </a:lnTo>
                <a:lnTo>
                  <a:pt x="13432" y="8225"/>
                </a:lnTo>
                <a:lnTo>
                  <a:pt x="13505" y="8225"/>
                </a:lnTo>
                <a:lnTo>
                  <a:pt x="13602" y="8201"/>
                </a:lnTo>
                <a:lnTo>
                  <a:pt x="13651" y="8152"/>
                </a:lnTo>
                <a:lnTo>
                  <a:pt x="13724" y="8079"/>
                </a:lnTo>
                <a:lnTo>
                  <a:pt x="13748" y="8006"/>
                </a:lnTo>
                <a:lnTo>
                  <a:pt x="13748" y="7933"/>
                </a:lnTo>
                <a:lnTo>
                  <a:pt x="13943" y="7787"/>
                </a:lnTo>
                <a:lnTo>
                  <a:pt x="14089" y="7665"/>
                </a:lnTo>
                <a:lnTo>
                  <a:pt x="14722" y="7154"/>
                </a:lnTo>
                <a:lnTo>
                  <a:pt x="15014" y="6862"/>
                </a:lnTo>
                <a:lnTo>
                  <a:pt x="15281" y="6546"/>
                </a:lnTo>
                <a:lnTo>
                  <a:pt x="15500" y="6205"/>
                </a:lnTo>
                <a:lnTo>
                  <a:pt x="15598" y="6035"/>
                </a:lnTo>
                <a:lnTo>
                  <a:pt x="15671" y="5840"/>
                </a:lnTo>
                <a:lnTo>
                  <a:pt x="15719" y="5670"/>
                </a:lnTo>
                <a:lnTo>
                  <a:pt x="15768" y="5500"/>
                </a:lnTo>
                <a:lnTo>
                  <a:pt x="15792" y="5305"/>
                </a:lnTo>
                <a:lnTo>
                  <a:pt x="15792" y="5135"/>
                </a:lnTo>
                <a:lnTo>
                  <a:pt x="15768" y="4770"/>
                </a:lnTo>
                <a:lnTo>
                  <a:pt x="15695" y="4429"/>
                </a:lnTo>
                <a:lnTo>
                  <a:pt x="15549" y="4088"/>
                </a:lnTo>
                <a:lnTo>
                  <a:pt x="15379" y="3772"/>
                </a:lnTo>
                <a:lnTo>
                  <a:pt x="15257" y="3626"/>
                </a:lnTo>
                <a:lnTo>
                  <a:pt x="15135" y="3504"/>
                </a:lnTo>
                <a:lnTo>
                  <a:pt x="15014" y="3383"/>
                </a:lnTo>
                <a:lnTo>
                  <a:pt x="14868" y="3261"/>
                </a:lnTo>
                <a:lnTo>
                  <a:pt x="14697" y="3164"/>
                </a:lnTo>
                <a:lnTo>
                  <a:pt x="14503" y="3066"/>
                </a:lnTo>
                <a:lnTo>
                  <a:pt x="14332" y="2993"/>
                </a:lnTo>
                <a:lnTo>
                  <a:pt x="14138" y="2945"/>
                </a:lnTo>
                <a:lnTo>
                  <a:pt x="13943" y="2896"/>
                </a:lnTo>
                <a:lnTo>
                  <a:pt x="13724" y="2872"/>
                </a:lnTo>
                <a:close/>
                <a:moveTo>
                  <a:pt x="5597" y="6814"/>
                </a:moveTo>
                <a:lnTo>
                  <a:pt x="4283" y="8030"/>
                </a:lnTo>
                <a:lnTo>
                  <a:pt x="3675" y="8590"/>
                </a:lnTo>
                <a:lnTo>
                  <a:pt x="3602" y="8468"/>
                </a:lnTo>
                <a:lnTo>
                  <a:pt x="3504" y="8395"/>
                </a:lnTo>
                <a:lnTo>
                  <a:pt x="3285" y="8201"/>
                </a:lnTo>
                <a:lnTo>
                  <a:pt x="2969" y="7860"/>
                </a:lnTo>
                <a:lnTo>
                  <a:pt x="2677" y="7519"/>
                </a:lnTo>
                <a:lnTo>
                  <a:pt x="2410" y="7203"/>
                </a:lnTo>
                <a:lnTo>
                  <a:pt x="2264" y="7057"/>
                </a:lnTo>
                <a:lnTo>
                  <a:pt x="2093" y="6911"/>
                </a:lnTo>
                <a:lnTo>
                  <a:pt x="3821" y="6911"/>
                </a:lnTo>
                <a:lnTo>
                  <a:pt x="4745" y="6862"/>
                </a:lnTo>
                <a:lnTo>
                  <a:pt x="5597" y="6814"/>
                </a:lnTo>
                <a:close/>
                <a:moveTo>
                  <a:pt x="755" y="6911"/>
                </a:moveTo>
                <a:lnTo>
                  <a:pt x="1047" y="6935"/>
                </a:lnTo>
                <a:lnTo>
                  <a:pt x="1315" y="6935"/>
                </a:lnTo>
                <a:lnTo>
                  <a:pt x="1339" y="6984"/>
                </a:lnTo>
                <a:lnTo>
                  <a:pt x="1363" y="7008"/>
                </a:lnTo>
                <a:lnTo>
                  <a:pt x="1582" y="7227"/>
                </a:lnTo>
                <a:lnTo>
                  <a:pt x="1826" y="7422"/>
                </a:lnTo>
                <a:lnTo>
                  <a:pt x="2142" y="7738"/>
                </a:lnTo>
                <a:lnTo>
                  <a:pt x="2434" y="8103"/>
                </a:lnTo>
                <a:lnTo>
                  <a:pt x="2799" y="8541"/>
                </a:lnTo>
                <a:lnTo>
                  <a:pt x="3018" y="8785"/>
                </a:lnTo>
                <a:lnTo>
                  <a:pt x="3139" y="8882"/>
                </a:lnTo>
                <a:lnTo>
                  <a:pt x="3261" y="8955"/>
                </a:lnTo>
                <a:lnTo>
                  <a:pt x="3091" y="9077"/>
                </a:lnTo>
                <a:lnTo>
                  <a:pt x="2993" y="8931"/>
                </a:lnTo>
                <a:lnTo>
                  <a:pt x="2872" y="8785"/>
                </a:lnTo>
                <a:lnTo>
                  <a:pt x="2580" y="8517"/>
                </a:lnTo>
                <a:lnTo>
                  <a:pt x="2020" y="8079"/>
                </a:lnTo>
                <a:lnTo>
                  <a:pt x="1388" y="7495"/>
                </a:lnTo>
                <a:lnTo>
                  <a:pt x="755" y="6911"/>
                </a:lnTo>
                <a:close/>
                <a:moveTo>
                  <a:pt x="9490" y="8760"/>
                </a:moveTo>
                <a:lnTo>
                  <a:pt x="9369" y="8785"/>
                </a:lnTo>
                <a:lnTo>
                  <a:pt x="9271" y="8833"/>
                </a:lnTo>
                <a:lnTo>
                  <a:pt x="9101" y="9004"/>
                </a:lnTo>
                <a:lnTo>
                  <a:pt x="8931" y="9174"/>
                </a:lnTo>
                <a:lnTo>
                  <a:pt x="8760" y="9344"/>
                </a:lnTo>
                <a:lnTo>
                  <a:pt x="8566" y="9515"/>
                </a:lnTo>
                <a:lnTo>
                  <a:pt x="8103" y="9904"/>
                </a:lnTo>
                <a:lnTo>
                  <a:pt x="7617" y="10318"/>
                </a:lnTo>
                <a:lnTo>
                  <a:pt x="7276" y="10609"/>
                </a:lnTo>
                <a:lnTo>
                  <a:pt x="7081" y="10780"/>
                </a:lnTo>
                <a:lnTo>
                  <a:pt x="6887" y="10999"/>
                </a:lnTo>
                <a:lnTo>
                  <a:pt x="6716" y="11193"/>
                </a:lnTo>
                <a:lnTo>
                  <a:pt x="6595" y="11437"/>
                </a:lnTo>
                <a:lnTo>
                  <a:pt x="6570" y="11534"/>
                </a:lnTo>
                <a:lnTo>
                  <a:pt x="6546" y="11656"/>
                </a:lnTo>
                <a:lnTo>
                  <a:pt x="6546" y="11753"/>
                </a:lnTo>
                <a:lnTo>
                  <a:pt x="6570" y="11850"/>
                </a:lnTo>
                <a:lnTo>
                  <a:pt x="6619" y="11948"/>
                </a:lnTo>
                <a:lnTo>
                  <a:pt x="6668" y="11996"/>
                </a:lnTo>
                <a:lnTo>
                  <a:pt x="6765" y="12021"/>
                </a:lnTo>
                <a:lnTo>
                  <a:pt x="6838" y="12021"/>
                </a:lnTo>
                <a:lnTo>
                  <a:pt x="6935" y="11972"/>
                </a:lnTo>
                <a:lnTo>
                  <a:pt x="7033" y="11923"/>
                </a:lnTo>
                <a:lnTo>
                  <a:pt x="7154" y="11777"/>
                </a:lnTo>
                <a:lnTo>
                  <a:pt x="7422" y="11461"/>
                </a:lnTo>
                <a:lnTo>
                  <a:pt x="7641" y="11242"/>
                </a:lnTo>
                <a:lnTo>
                  <a:pt x="7860" y="11023"/>
                </a:lnTo>
                <a:lnTo>
                  <a:pt x="8322" y="10634"/>
                </a:lnTo>
                <a:lnTo>
                  <a:pt x="8736" y="10318"/>
                </a:lnTo>
                <a:lnTo>
                  <a:pt x="9174" y="9977"/>
                </a:lnTo>
                <a:lnTo>
                  <a:pt x="9393" y="9807"/>
                </a:lnTo>
                <a:lnTo>
                  <a:pt x="9563" y="9612"/>
                </a:lnTo>
                <a:lnTo>
                  <a:pt x="9709" y="9393"/>
                </a:lnTo>
                <a:lnTo>
                  <a:pt x="9831" y="9174"/>
                </a:lnTo>
                <a:lnTo>
                  <a:pt x="9855" y="9052"/>
                </a:lnTo>
                <a:lnTo>
                  <a:pt x="9855" y="8931"/>
                </a:lnTo>
                <a:lnTo>
                  <a:pt x="9782" y="8858"/>
                </a:lnTo>
                <a:lnTo>
                  <a:pt x="9709" y="8809"/>
                </a:lnTo>
                <a:lnTo>
                  <a:pt x="9588" y="8760"/>
                </a:lnTo>
                <a:close/>
                <a:moveTo>
                  <a:pt x="2045" y="13359"/>
                </a:moveTo>
                <a:lnTo>
                  <a:pt x="2166" y="13408"/>
                </a:lnTo>
                <a:lnTo>
                  <a:pt x="2166" y="13481"/>
                </a:lnTo>
                <a:lnTo>
                  <a:pt x="2166" y="13554"/>
                </a:lnTo>
                <a:lnTo>
                  <a:pt x="2118" y="13627"/>
                </a:lnTo>
                <a:lnTo>
                  <a:pt x="2069" y="13675"/>
                </a:lnTo>
                <a:lnTo>
                  <a:pt x="1947" y="13773"/>
                </a:lnTo>
                <a:lnTo>
                  <a:pt x="1826" y="13870"/>
                </a:lnTo>
                <a:lnTo>
                  <a:pt x="1655" y="13943"/>
                </a:lnTo>
                <a:lnTo>
                  <a:pt x="1461" y="14016"/>
                </a:lnTo>
                <a:lnTo>
                  <a:pt x="1461" y="14016"/>
                </a:lnTo>
                <a:lnTo>
                  <a:pt x="1607" y="13821"/>
                </a:lnTo>
                <a:lnTo>
                  <a:pt x="1753" y="13627"/>
                </a:lnTo>
                <a:lnTo>
                  <a:pt x="1874" y="13481"/>
                </a:lnTo>
                <a:lnTo>
                  <a:pt x="1972" y="13383"/>
                </a:lnTo>
                <a:lnTo>
                  <a:pt x="1996" y="13383"/>
                </a:lnTo>
                <a:lnTo>
                  <a:pt x="2045" y="13359"/>
                </a:lnTo>
                <a:close/>
                <a:moveTo>
                  <a:pt x="1996" y="12872"/>
                </a:moveTo>
                <a:lnTo>
                  <a:pt x="1899" y="12897"/>
                </a:lnTo>
                <a:lnTo>
                  <a:pt x="1826" y="12921"/>
                </a:lnTo>
                <a:lnTo>
                  <a:pt x="1655" y="13018"/>
                </a:lnTo>
                <a:lnTo>
                  <a:pt x="1534" y="13140"/>
                </a:lnTo>
                <a:lnTo>
                  <a:pt x="1388" y="13286"/>
                </a:lnTo>
                <a:lnTo>
                  <a:pt x="1242" y="13456"/>
                </a:lnTo>
                <a:lnTo>
                  <a:pt x="998" y="13797"/>
                </a:lnTo>
                <a:lnTo>
                  <a:pt x="925" y="13967"/>
                </a:lnTo>
                <a:lnTo>
                  <a:pt x="828" y="14138"/>
                </a:lnTo>
                <a:lnTo>
                  <a:pt x="804" y="14235"/>
                </a:lnTo>
                <a:lnTo>
                  <a:pt x="779" y="14308"/>
                </a:lnTo>
                <a:lnTo>
                  <a:pt x="779" y="14405"/>
                </a:lnTo>
                <a:lnTo>
                  <a:pt x="828" y="14478"/>
                </a:lnTo>
                <a:lnTo>
                  <a:pt x="877" y="14527"/>
                </a:lnTo>
                <a:lnTo>
                  <a:pt x="925" y="14576"/>
                </a:lnTo>
                <a:lnTo>
                  <a:pt x="1047" y="14576"/>
                </a:lnTo>
                <a:lnTo>
                  <a:pt x="1120" y="14551"/>
                </a:lnTo>
                <a:lnTo>
                  <a:pt x="1266" y="14551"/>
                </a:lnTo>
                <a:lnTo>
                  <a:pt x="1412" y="14527"/>
                </a:lnTo>
                <a:lnTo>
                  <a:pt x="1582" y="14478"/>
                </a:lnTo>
                <a:lnTo>
                  <a:pt x="1728" y="14430"/>
                </a:lnTo>
                <a:lnTo>
                  <a:pt x="2020" y="14284"/>
                </a:lnTo>
                <a:lnTo>
                  <a:pt x="2239" y="14138"/>
                </a:lnTo>
                <a:lnTo>
                  <a:pt x="2361" y="14040"/>
                </a:lnTo>
                <a:lnTo>
                  <a:pt x="2483" y="13919"/>
                </a:lnTo>
                <a:lnTo>
                  <a:pt x="2556" y="13773"/>
                </a:lnTo>
                <a:lnTo>
                  <a:pt x="2629" y="13627"/>
                </a:lnTo>
                <a:lnTo>
                  <a:pt x="2653" y="13481"/>
                </a:lnTo>
                <a:lnTo>
                  <a:pt x="2653" y="13408"/>
                </a:lnTo>
                <a:lnTo>
                  <a:pt x="2629" y="13335"/>
                </a:lnTo>
                <a:lnTo>
                  <a:pt x="2604" y="13262"/>
                </a:lnTo>
                <a:lnTo>
                  <a:pt x="2556" y="13189"/>
                </a:lnTo>
                <a:lnTo>
                  <a:pt x="2483" y="13140"/>
                </a:lnTo>
                <a:lnTo>
                  <a:pt x="2385" y="13091"/>
                </a:lnTo>
                <a:lnTo>
                  <a:pt x="2288" y="12970"/>
                </a:lnTo>
                <a:lnTo>
                  <a:pt x="2166" y="12897"/>
                </a:lnTo>
                <a:lnTo>
                  <a:pt x="2069" y="12872"/>
                </a:lnTo>
                <a:close/>
                <a:moveTo>
                  <a:pt x="15525" y="560"/>
                </a:moveTo>
                <a:lnTo>
                  <a:pt x="16084" y="633"/>
                </a:lnTo>
                <a:lnTo>
                  <a:pt x="16644" y="706"/>
                </a:lnTo>
                <a:lnTo>
                  <a:pt x="17204" y="828"/>
                </a:lnTo>
                <a:lnTo>
                  <a:pt x="17763" y="974"/>
                </a:lnTo>
                <a:lnTo>
                  <a:pt x="17666" y="1023"/>
                </a:lnTo>
                <a:lnTo>
                  <a:pt x="17593" y="1096"/>
                </a:lnTo>
                <a:lnTo>
                  <a:pt x="17496" y="1169"/>
                </a:lnTo>
                <a:lnTo>
                  <a:pt x="17496" y="1193"/>
                </a:lnTo>
                <a:lnTo>
                  <a:pt x="17520" y="1217"/>
                </a:lnTo>
                <a:lnTo>
                  <a:pt x="17569" y="1266"/>
                </a:lnTo>
                <a:lnTo>
                  <a:pt x="17617" y="1290"/>
                </a:lnTo>
                <a:lnTo>
                  <a:pt x="17739" y="1315"/>
                </a:lnTo>
                <a:lnTo>
                  <a:pt x="17861" y="1290"/>
                </a:lnTo>
                <a:lnTo>
                  <a:pt x="17934" y="1290"/>
                </a:lnTo>
                <a:lnTo>
                  <a:pt x="17982" y="1242"/>
                </a:lnTo>
                <a:lnTo>
                  <a:pt x="18007" y="1363"/>
                </a:lnTo>
                <a:lnTo>
                  <a:pt x="18031" y="1461"/>
                </a:lnTo>
                <a:lnTo>
                  <a:pt x="17909" y="1485"/>
                </a:lnTo>
                <a:lnTo>
                  <a:pt x="17812" y="1534"/>
                </a:lnTo>
                <a:lnTo>
                  <a:pt x="17715" y="1582"/>
                </a:lnTo>
                <a:lnTo>
                  <a:pt x="17617" y="1655"/>
                </a:lnTo>
                <a:lnTo>
                  <a:pt x="17593" y="1680"/>
                </a:lnTo>
                <a:lnTo>
                  <a:pt x="17593" y="1753"/>
                </a:lnTo>
                <a:lnTo>
                  <a:pt x="17617" y="1801"/>
                </a:lnTo>
                <a:lnTo>
                  <a:pt x="17690" y="1826"/>
                </a:lnTo>
                <a:lnTo>
                  <a:pt x="17739" y="1850"/>
                </a:lnTo>
                <a:lnTo>
                  <a:pt x="17812" y="1874"/>
                </a:lnTo>
                <a:lnTo>
                  <a:pt x="17958" y="1850"/>
                </a:lnTo>
                <a:lnTo>
                  <a:pt x="18080" y="1801"/>
                </a:lnTo>
                <a:lnTo>
                  <a:pt x="18104" y="1996"/>
                </a:lnTo>
                <a:lnTo>
                  <a:pt x="17909" y="2069"/>
                </a:lnTo>
                <a:lnTo>
                  <a:pt x="17788" y="2118"/>
                </a:lnTo>
                <a:lnTo>
                  <a:pt x="17690" y="2215"/>
                </a:lnTo>
                <a:lnTo>
                  <a:pt x="17642" y="2264"/>
                </a:lnTo>
                <a:lnTo>
                  <a:pt x="17642" y="2361"/>
                </a:lnTo>
                <a:lnTo>
                  <a:pt x="17666" y="2410"/>
                </a:lnTo>
                <a:lnTo>
                  <a:pt x="17739" y="2458"/>
                </a:lnTo>
                <a:lnTo>
                  <a:pt x="17836" y="2483"/>
                </a:lnTo>
                <a:lnTo>
                  <a:pt x="17934" y="2458"/>
                </a:lnTo>
                <a:lnTo>
                  <a:pt x="18128" y="2410"/>
                </a:lnTo>
                <a:lnTo>
                  <a:pt x="18153" y="2531"/>
                </a:lnTo>
                <a:lnTo>
                  <a:pt x="18007" y="2555"/>
                </a:lnTo>
                <a:lnTo>
                  <a:pt x="17836" y="2604"/>
                </a:lnTo>
                <a:lnTo>
                  <a:pt x="17763" y="2653"/>
                </a:lnTo>
                <a:lnTo>
                  <a:pt x="17715" y="2726"/>
                </a:lnTo>
                <a:lnTo>
                  <a:pt x="17690" y="2823"/>
                </a:lnTo>
                <a:lnTo>
                  <a:pt x="17690" y="2896"/>
                </a:lnTo>
                <a:lnTo>
                  <a:pt x="17739" y="2945"/>
                </a:lnTo>
                <a:lnTo>
                  <a:pt x="17812" y="2993"/>
                </a:lnTo>
                <a:lnTo>
                  <a:pt x="18153" y="2993"/>
                </a:lnTo>
                <a:lnTo>
                  <a:pt x="18177" y="2969"/>
                </a:lnTo>
                <a:lnTo>
                  <a:pt x="18177" y="3261"/>
                </a:lnTo>
                <a:lnTo>
                  <a:pt x="17739" y="3383"/>
                </a:lnTo>
                <a:lnTo>
                  <a:pt x="17690" y="3407"/>
                </a:lnTo>
                <a:lnTo>
                  <a:pt x="17666" y="3431"/>
                </a:lnTo>
                <a:lnTo>
                  <a:pt x="17617" y="3529"/>
                </a:lnTo>
                <a:lnTo>
                  <a:pt x="17617" y="3577"/>
                </a:lnTo>
                <a:lnTo>
                  <a:pt x="17642" y="3626"/>
                </a:lnTo>
                <a:lnTo>
                  <a:pt x="17666" y="3650"/>
                </a:lnTo>
                <a:lnTo>
                  <a:pt x="17715" y="3699"/>
                </a:lnTo>
                <a:lnTo>
                  <a:pt x="17812" y="3723"/>
                </a:lnTo>
                <a:lnTo>
                  <a:pt x="17934" y="3723"/>
                </a:lnTo>
                <a:lnTo>
                  <a:pt x="18153" y="3699"/>
                </a:lnTo>
                <a:lnTo>
                  <a:pt x="18153" y="3699"/>
                </a:lnTo>
                <a:lnTo>
                  <a:pt x="18104" y="4186"/>
                </a:lnTo>
                <a:lnTo>
                  <a:pt x="17934" y="4088"/>
                </a:lnTo>
                <a:lnTo>
                  <a:pt x="17739" y="4040"/>
                </a:lnTo>
                <a:lnTo>
                  <a:pt x="17642" y="4015"/>
                </a:lnTo>
                <a:lnTo>
                  <a:pt x="17569" y="4040"/>
                </a:lnTo>
                <a:lnTo>
                  <a:pt x="17471" y="4064"/>
                </a:lnTo>
                <a:lnTo>
                  <a:pt x="17423" y="4137"/>
                </a:lnTo>
                <a:lnTo>
                  <a:pt x="17423" y="4186"/>
                </a:lnTo>
                <a:lnTo>
                  <a:pt x="17496" y="4283"/>
                </a:lnTo>
                <a:lnTo>
                  <a:pt x="17617" y="4332"/>
                </a:lnTo>
                <a:lnTo>
                  <a:pt x="17812" y="4429"/>
                </a:lnTo>
                <a:lnTo>
                  <a:pt x="17982" y="4526"/>
                </a:lnTo>
                <a:lnTo>
                  <a:pt x="18055" y="4551"/>
                </a:lnTo>
                <a:lnTo>
                  <a:pt x="17958" y="4940"/>
                </a:lnTo>
                <a:lnTo>
                  <a:pt x="17690" y="4843"/>
                </a:lnTo>
                <a:lnTo>
                  <a:pt x="17471" y="4721"/>
                </a:lnTo>
                <a:lnTo>
                  <a:pt x="17228" y="4648"/>
                </a:lnTo>
                <a:lnTo>
                  <a:pt x="17155" y="4648"/>
                </a:lnTo>
                <a:lnTo>
                  <a:pt x="17155" y="4672"/>
                </a:lnTo>
                <a:lnTo>
                  <a:pt x="17155" y="4721"/>
                </a:lnTo>
                <a:lnTo>
                  <a:pt x="17204" y="4818"/>
                </a:lnTo>
                <a:lnTo>
                  <a:pt x="17252" y="4891"/>
                </a:lnTo>
                <a:lnTo>
                  <a:pt x="17350" y="4989"/>
                </a:lnTo>
                <a:lnTo>
                  <a:pt x="17423" y="5062"/>
                </a:lnTo>
                <a:lnTo>
                  <a:pt x="17642" y="5183"/>
                </a:lnTo>
                <a:lnTo>
                  <a:pt x="17861" y="5256"/>
                </a:lnTo>
                <a:lnTo>
                  <a:pt x="17739" y="5621"/>
                </a:lnTo>
                <a:lnTo>
                  <a:pt x="17617" y="5938"/>
                </a:lnTo>
                <a:lnTo>
                  <a:pt x="17569" y="5889"/>
                </a:lnTo>
                <a:lnTo>
                  <a:pt x="17520" y="5840"/>
                </a:lnTo>
                <a:lnTo>
                  <a:pt x="17398" y="5743"/>
                </a:lnTo>
                <a:lnTo>
                  <a:pt x="17301" y="5670"/>
                </a:lnTo>
                <a:lnTo>
                  <a:pt x="17179" y="5597"/>
                </a:lnTo>
                <a:lnTo>
                  <a:pt x="17082" y="5573"/>
                </a:lnTo>
                <a:lnTo>
                  <a:pt x="16985" y="5548"/>
                </a:lnTo>
                <a:lnTo>
                  <a:pt x="16887" y="5548"/>
                </a:lnTo>
                <a:lnTo>
                  <a:pt x="16766" y="5597"/>
                </a:lnTo>
                <a:lnTo>
                  <a:pt x="16741" y="5621"/>
                </a:lnTo>
                <a:lnTo>
                  <a:pt x="16741" y="5670"/>
                </a:lnTo>
                <a:lnTo>
                  <a:pt x="16741" y="5719"/>
                </a:lnTo>
                <a:lnTo>
                  <a:pt x="16766" y="5743"/>
                </a:lnTo>
                <a:lnTo>
                  <a:pt x="16863" y="5840"/>
                </a:lnTo>
                <a:lnTo>
                  <a:pt x="16936" y="5913"/>
                </a:lnTo>
                <a:lnTo>
                  <a:pt x="17009" y="5962"/>
                </a:lnTo>
                <a:lnTo>
                  <a:pt x="17228" y="6132"/>
                </a:lnTo>
                <a:lnTo>
                  <a:pt x="17325" y="6181"/>
                </a:lnTo>
                <a:lnTo>
                  <a:pt x="17447" y="6205"/>
                </a:lnTo>
                <a:lnTo>
                  <a:pt x="17496" y="6205"/>
                </a:lnTo>
                <a:lnTo>
                  <a:pt x="17325" y="6473"/>
                </a:lnTo>
                <a:lnTo>
                  <a:pt x="17204" y="6473"/>
                </a:lnTo>
                <a:lnTo>
                  <a:pt x="17106" y="6449"/>
                </a:lnTo>
                <a:lnTo>
                  <a:pt x="17009" y="6400"/>
                </a:lnTo>
                <a:lnTo>
                  <a:pt x="16936" y="6351"/>
                </a:lnTo>
                <a:lnTo>
                  <a:pt x="16814" y="6230"/>
                </a:lnTo>
                <a:lnTo>
                  <a:pt x="16668" y="6108"/>
                </a:lnTo>
                <a:lnTo>
                  <a:pt x="16522" y="6035"/>
                </a:lnTo>
                <a:lnTo>
                  <a:pt x="16449" y="6011"/>
                </a:lnTo>
                <a:lnTo>
                  <a:pt x="16352" y="6011"/>
                </a:lnTo>
                <a:lnTo>
                  <a:pt x="16279" y="6035"/>
                </a:lnTo>
                <a:lnTo>
                  <a:pt x="16182" y="6084"/>
                </a:lnTo>
                <a:lnTo>
                  <a:pt x="16133" y="6132"/>
                </a:lnTo>
                <a:lnTo>
                  <a:pt x="16133" y="6181"/>
                </a:lnTo>
                <a:lnTo>
                  <a:pt x="16182" y="6230"/>
                </a:lnTo>
                <a:lnTo>
                  <a:pt x="16230" y="6254"/>
                </a:lnTo>
                <a:lnTo>
                  <a:pt x="16303" y="6254"/>
                </a:lnTo>
                <a:lnTo>
                  <a:pt x="16401" y="6303"/>
                </a:lnTo>
                <a:lnTo>
                  <a:pt x="16547" y="6424"/>
                </a:lnTo>
                <a:lnTo>
                  <a:pt x="16693" y="6570"/>
                </a:lnTo>
                <a:lnTo>
                  <a:pt x="16814" y="6692"/>
                </a:lnTo>
                <a:lnTo>
                  <a:pt x="16936" y="6789"/>
                </a:lnTo>
                <a:lnTo>
                  <a:pt x="17082" y="6838"/>
                </a:lnTo>
                <a:lnTo>
                  <a:pt x="16668" y="7325"/>
                </a:lnTo>
                <a:lnTo>
                  <a:pt x="16157" y="7106"/>
                </a:lnTo>
                <a:lnTo>
                  <a:pt x="16011" y="7033"/>
                </a:lnTo>
                <a:lnTo>
                  <a:pt x="15865" y="7008"/>
                </a:lnTo>
                <a:lnTo>
                  <a:pt x="15744" y="7008"/>
                </a:lnTo>
                <a:lnTo>
                  <a:pt x="15598" y="7057"/>
                </a:lnTo>
                <a:lnTo>
                  <a:pt x="15573" y="7081"/>
                </a:lnTo>
                <a:lnTo>
                  <a:pt x="15549" y="7106"/>
                </a:lnTo>
                <a:lnTo>
                  <a:pt x="15549" y="7154"/>
                </a:lnTo>
                <a:lnTo>
                  <a:pt x="15573" y="7179"/>
                </a:lnTo>
                <a:lnTo>
                  <a:pt x="15646" y="7276"/>
                </a:lnTo>
                <a:lnTo>
                  <a:pt x="15744" y="7349"/>
                </a:lnTo>
                <a:lnTo>
                  <a:pt x="15987" y="7495"/>
                </a:lnTo>
                <a:lnTo>
                  <a:pt x="16328" y="7665"/>
                </a:lnTo>
                <a:lnTo>
                  <a:pt x="16036" y="7957"/>
                </a:lnTo>
                <a:lnTo>
                  <a:pt x="15890" y="7909"/>
                </a:lnTo>
                <a:lnTo>
                  <a:pt x="15744" y="7884"/>
                </a:lnTo>
                <a:lnTo>
                  <a:pt x="15598" y="7860"/>
                </a:lnTo>
                <a:lnTo>
                  <a:pt x="15452" y="7836"/>
                </a:lnTo>
                <a:lnTo>
                  <a:pt x="15160" y="7690"/>
                </a:lnTo>
                <a:lnTo>
                  <a:pt x="15014" y="7641"/>
                </a:lnTo>
                <a:lnTo>
                  <a:pt x="14868" y="7592"/>
                </a:lnTo>
                <a:lnTo>
                  <a:pt x="14819" y="7617"/>
                </a:lnTo>
                <a:lnTo>
                  <a:pt x="14770" y="7665"/>
                </a:lnTo>
                <a:lnTo>
                  <a:pt x="14770" y="7714"/>
                </a:lnTo>
                <a:lnTo>
                  <a:pt x="14770" y="7763"/>
                </a:lnTo>
                <a:lnTo>
                  <a:pt x="14843" y="7860"/>
                </a:lnTo>
                <a:lnTo>
                  <a:pt x="14916" y="7957"/>
                </a:lnTo>
                <a:lnTo>
                  <a:pt x="15135" y="8128"/>
                </a:lnTo>
                <a:lnTo>
                  <a:pt x="15427" y="8249"/>
                </a:lnTo>
                <a:lnTo>
                  <a:pt x="15549" y="8298"/>
                </a:lnTo>
                <a:lnTo>
                  <a:pt x="15695" y="8322"/>
                </a:lnTo>
                <a:lnTo>
                  <a:pt x="15403" y="8639"/>
                </a:lnTo>
                <a:lnTo>
                  <a:pt x="15184" y="8590"/>
                </a:lnTo>
                <a:lnTo>
                  <a:pt x="14965" y="8541"/>
                </a:lnTo>
                <a:lnTo>
                  <a:pt x="14770" y="8468"/>
                </a:lnTo>
                <a:lnTo>
                  <a:pt x="14576" y="8347"/>
                </a:lnTo>
                <a:lnTo>
                  <a:pt x="14551" y="8322"/>
                </a:lnTo>
                <a:lnTo>
                  <a:pt x="14503" y="8322"/>
                </a:lnTo>
                <a:lnTo>
                  <a:pt x="14454" y="8371"/>
                </a:lnTo>
                <a:lnTo>
                  <a:pt x="14430" y="8420"/>
                </a:lnTo>
                <a:lnTo>
                  <a:pt x="14430" y="8493"/>
                </a:lnTo>
                <a:lnTo>
                  <a:pt x="14478" y="8590"/>
                </a:lnTo>
                <a:lnTo>
                  <a:pt x="14551" y="8687"/>
                </a:lnTo>
                <a:lnTo>
                  <a:pt x="14722" y="8809"/>
                </a:lnTo>
                <a:lnTo>
                  <a:pt x="14892" y="8906"/>
                </a:lnTo>
                <a:lnTo>
                  <a:pt x="15111" y="8979"/>
                </a:lnTo>
                <a:lnTo>
                  <a:pt x="14843" y="9271"/>
                </a:lnTo>
                <a:lnTo>
                  <a:pt x="14795" y="9247"/>
                </a:lnTo>
                <a:lnTo>
                  <a:pt x="14503" y="9150"/>
                </a:lnTo>
                <a:lnTo>
                  <a:pt x="14211" y="9052"/>
                </a:lnTo>
                <a:lnTo>
                  <a:pt x="13919" y="8955"/>
                </a:lnTo>
                <a:lnTo>
                  <a:pt x="13627" y="8858"/>
                </a:lnTo>
                <a:lnTo>
                  <a:pt x="13578" y="8858"/>
                </a:lnTo>
                <a:lnTo>
                  <a:pt x="13554" y="8882"/>
                </a:lnTo>
                <a:lnTo>
                  <a:pt x="13529" y="8931"/>
                </a:lnTo>
                <a:lnTo>
                  <a:pt x="13554" y="8955"/>
                </a:lnTo>
                <a:lnTo>
                  <a:pt x="13627" y="9077"/>
                </a:lnTo>
                <a:lnTo>
                  <a:pt x="13748" y="9198"/>
                </a:lnTo>
                <a:lnTo>
                  <a:pt x="13846" y="9296"/>
                </a:lnTo>
                <a:lnTo>
                  <a:pt x="13992" y="9369"/>
                </a:lnTo>
                <a:lnTo>
                  <a:pt x="14284" y="9515"/>
                </a:lnTo>
                <a:lnTo>
                  <a:pt x="14576" y="9612"/>
                </a:lnTo>
                <a:lnTo>
                  <a:pt x="14211" y="10001"/>
                </a:lnTo>
                <a:lnTo>
                  <a:pt x="14186" y="9953"/>
                </a:lnTo>
                <a:lnTo>
                  <a:pt x="14113" y="9904"/>
                </a:lnTo>
                <a:lnTo>
                  <a:pt x="13846" y="9709"/>
                </a:lnTo>
                <a:lnTo>
                  <a:pt x="13529" y="9563"/>
                </a:lnTo>
                <a:lnTo>
                  <a:pt x="13359" y="9490"/>
                </a:lnTo>
                <a:lnTo>
                  <a:pt x="13213" y="9442"/>
                </a:lnTo>
                <a:lnTo>
                  <a:pt x="13043" y="9393"/>
                </a:lnTo>
                <a:lnTo>
                  <a:pt x="12824" y="9393"/>
                </a:lnTo>
                <a:lnTo>
                  <a:pt x="12799" y="9442"/>
                </a:lnTo>
                <a:lnTo>
                  <a:pt x="12799" y="9490"/>
                </a:lnTo>
                <a:lnTo>
                  <a:pt x="12824" y="9515"/>
                </a:lnTo>
                <a:lnTo>
                  <a:pt x="13067" y="9734"/>
                </a:lnTo>
                <a:lnTo>
                  <a:pt x="13335" y="9904"/>
                </a:lnTo>
                <a:lnTo>
                  <a:pt x="13627" y="10074"/>
                </a:lnTo>
                <a:lnTo>
                  <a:pt x="13919" y="10220"/>
                </a:lnTo>
                <a:lnTo>
                  <a:pt x="13967" y="10245"/>
                </a:lnTo>
                <a:lnTo>
                  <a:pt x="13894" y="10318"/>
                </a:lnTo>
                <a:lnTo>
                  <a:pt x="13748" y="10464"/>
                </a:lnTo>
                <a:lnTo>
                  <a:pt x="13700" y="10391"/>
                </a:lnTo>
                <a:lnTo>
                  <a:pt x="13627" y="10318"/>
                </a:lnTo>
                <a:lnTo>
                  <a:pt x="13456" y="10220"/>
                </a:lnTo>
                <a:lnTo>
                  <a:pt x="13091" y="10074"/>
                </a:lnTo>
                <a:lnTo>
                  <a:pt x="12897" y="10026"/>
                </a:lnTo>
                <a:lnTo>
                  <a:pt x="12702" y="9953"/>
                </a:lnTo>
                <a:lnTo>
                  <a:pt x="12507" y="9928"/>
                </a:lnTo>
                <a:lnTo>
                  <a:pt x="12288" y="9904"/>
                </a:lnTo>
                <a:lnTo>
                  <a:pt x="12240" y="9904"/>
                </a:lnTo>
                <a:lnTo>
                  <a:pt x="12215" y="9928"/>
                </a:lnTo>
                <a:lnTo>
                  <a:pt x="12191" y="9977"/>
                </a:lnTo>
                <a:lnTo>
                  <a:pt x="12215" y="10050"/>
                </a:lnTo>
                <a:lnTo>
                  <a:pt x="12264" y="10099"/>
                </a:lnTo>
                <a:lnTo>
                  <a:pt x="12459" y="10196"/>
                </a:lnTo>
                <a:lnTo>
                  <a:pt x="12629" y="10293"/>
                </a:lnTo>
                <a:lnTo>
                  <a:pt x="12994" y="10512"/>
                </a:lnTo>
                <a:lnTo>
                  <a:pt x="13237" y="10634"/>
                </a:lnTo>
                <a:lnTo>
                  <a:pt x="13359" y="10682"/>
                </a:lnTo>
                <a:lnTo>
                  <a:pt x="13505" y="10707"/>
                </a:lnTo>
                <a:lnTo>
                  <a:pt x="12921" y="11291"/>
                </a:lnTo>
                <a:lnTo>
                  <a:pt x="12799" y="11193"/>
                </a:lnTo>
                <a:lnTo>
                  <a:pt x="12653" y="11096"/>
                </a:lnTo>
                <a:lnTo>
                  <a:pt x="12434" y="10974"/>
                </a:lnTo>
                <a:lnTo>
                  <a:pt x="12240" y="10828"/>
                </a:lnTo>
                <a:lnTo>
                  <a:pt x="12021" y="10682"/>
                </a:lnTo>
                <a:lnTo>
                  <a:pt x="11802" y="10585"/>
                </a:lnTo>
                <a:lnTo>
                  <a:pt x="11680" y="10537"/>
                </a:lnTo>
                <a:lnTo>
                  <a:pt x="11534" y="10537"/>
                </a:lnTo>
                <a:lnTo>
                  <a:pt x="11510" y="10561"/>
                </a:lnTo>
                <a:lnTo>
                  <a:pt x="11510" y="10585"/>
                </a:lnTo>
                <a:lnTo>
                  <a:pt x="11534" y="10609"/>
                </a:lnTo>
                <a:lnTo>
                  <a:pt x="11704" y="10804"/>
                </a:lnTo>
                <a:lnTo>
                  <a:pt x="11996" y="11072"/>
                </a:lnTo>
                <a:lnTo>
                  <a:pt x="12337" y="11364"/>
                </a:lnTo>
                <a:lnTo>
                  <a:pt x="12507" y="11461"/>
                </a:lnTo>
                <a:lnTo>
                  <a:pt x="12678" y="11534"/>
                </a:lnTo>
                <a:lnTo>
                  <a:pt x="12337" y="11875"/>
                </a:lnTo>
                <a:lnTo>
                  <a:pt x="12215" y="11826"/>
                </a:lnTo>
                <a:lnTo>
                  <a:pt x="12094" y="11777"/>
                </a:lnTo>
                <a:lnTo>
                  <a:pt x="11899" y="11680"/>
                </a:lnTo>
                <a:lnTo>
                  <a:pt x="11510" y="11437"/>
                </a:lnTo>
                <a:lnTo>
                  <a:pt x="11291" y="11339"/>
                </a:lnTo>
                <a:lnTo>
                  <a:pt x="11193" y="11315"/>
                </a:lnTo>
                <a:lnTo>
                  <a:pt x="11072" y="11291"/>
                </a:lnTo>
                <a:lnTo>
                  <a:pt x="10999" y="11315"/>
                </a:lnTo>
                <a:lnTo>
                  <a:pt x="10974" y="11364"/>
                </a:lnTo>
                <a:lnTo>
                  <a:pt x="10950" y="11437"/>
                </a:lnTo>
                <a:lnTo>
                  <a:pt x="10999" y="11485"/>
                </a:lnTo>
                <a:lnTo>
                  <a:pt x="11266" y="11704"/>
                </a:lnTo>
                <a:lnTo>
                  <a:pt x="11558" y="11923"/>
                </a:lnTo>
                <a:lnTo>
                  <a:pt x="11777" y="12069"/>
                </a:lnTo>
                <a:lnTo>
                  <a:pt x="12045" y="12191"/>
                </a:lnTo>
                <a:lnTo>
                  <a:pt x="11753" y="12483"/>
                </a:lnTo>
                <a:lnTo>
                  <a:pt x="11485" y="12264"/>
                </a:lnTo>
                <a:lnTo>
                  <a:pt x="11218" y="12045"/>
                </a:lnTo>
                <a:lnTo>
                  <a:pt x="11047" y="11899"/>
                </a:lnTo>
                <a:lnTo>
                  <a:pt x="10877" y="11777"/>
                </a:lnTo>
                <a:lnTo>
                  <a:pt x="10682" y="11680"/>
                </a:lnTo>
                <a:lnTo>
                  <a:pt x="10488" y="11631"/>
                </a:lnTo>
                <a:lnTo>
                  <a:pt x="10439" y="11656"/>
                </a:lnTo>
                <a:lnTo>
                  <a:pt x="10439" y="11680"/>
                </a:lnTo>
                <a:lnTo>
                  <a:pt x="10415" y="11704"/>
                </a:lnTo>
                <a:lnTo>
                  <a:pt x="10439" y="11753"/>
                </a:lnTo>
                <a:lnTo>
                  <a:pt x="11072" y="12410"/>
                </a:lnTo>
                <a:lnTo>
                  <a:pt x="11242" y="12605"/>
                </a:lnTo>
                <a:lnTo>
                  <a:pt x="11461" y="12775"/>
                </a:lnTo>
                <a:lnTo>
                  <a:pt x="11315" y="12945"/>
                </a:lnTo>
                <a:lnTo>
                  <a:pt x="11193" y="12848"/>
                </a:lnTo>
                <a:lnTo>
                  <a:pt x="11047" y="12775"/>
                </a:lnTo>
                <a:lnTo>
                  <a:pt x="10780" y="12629"/>
                </a:lnTo>
                <a:lnTo>
                  <a:pt x="10366" y="12361"/>
                </a:lnTo>
                <a:lnTo>
                  <a:pt x="10172" y="12215"/>
                </a:lnTo>
                <a:lnTo>
                  <a:pt x="9977" y="12069"/>
                </a:lnTo>
                <a:lnTo>
                  <a:pt x="9953" y="12045"/>
                </a:lnTo>
                <a:lnTo>
                  <a:pt x="9928" y="12069"/>
                </a:lnTo>
                <a:lnTo>
                  <a:pt x="9904" y="12094"/>
                </a:lnTo>
                <a:lnTo>
                  <a:pt x="9928" y="12118"/>
                </a:lnTo>
                <a:lnTo>
                  <a:pt x="10220" y="12532"/>
                </a:lnTo>
                <a:lnTo>
                  <a:pt x="10391" y="12702"/>
                </a:lnTo>
                <a:lnTo>
                  <a:pt x="10585" y="12897"/>
                </a:lnTo>
                <a:lnTo>
                  <a:pt x="10804" y="13067"/>
                </a:lnTo>
                <a:lnTo>
                  <a:pt x="10926" y="13140"/>
                </a:lnTo>
                <a:lnTo>
                  <a:pt x="11047" y="13213"/>
                </a:lnTo>
                <a:lnTo>
                  <a:pt x="10780" y="13456"/>
                </a:lnTo>
                <a:lnTo>
                  <a:pt x="10439" y="13213"/>
                </a:lnTo>
                <a:lnTo>
                  <a:pt x="10099" y="12970"/>
                </a:lnTo>
                <a:lnTo>
                  <a:pt x="9928" y="12872"/>
                </a:lnTo>
                <a:lnTo>
                  <a:pt x="9734" y="12799"/>
                </a:lnTo>
                <a:lnTo>
                  <a:pt x="9563" y="12726"/>
                </a:lnTo>
                <a:lnTo>
                  <a:pt x="9369" y="12726"/>
                </a:lnTo>
                <a:lnTo>
                  <a:pt x="9320" y="12751"/>
                </a:lnTo>
                <a:lnTo>
                  <a:pt x="9320" y="12775"/>
                </a:lnTo>
                <a:lnTo>
                  <a:pt x="9320" y="12799"/>
                </a:lnTo>
                <a:lnTo>
                  <a:pt x="9442" y="12921"/>
                </a:lnTo>
                <a:lnTo>
                  <a:pt x="9588" y="13043"/>
                </a:lnTo>
                <a:lnTo>
                  <a:pt x="9855" y="13262"/>
                </a:lnTo>
                <a:lnTo>
                  <a:pt x="10464" y="13773"/>
                </a:lnTo>
                <a:lnTo>
                  <a:pt x="10293" y="13943"/>
                </a:lnTo>
                <a:lnTo>
                  <a:pt x="10123" y="13821"/>
                </a:lnTo>
                <a:lnTo>
                  <a:pt x="9953" y="13724"/>
                </a:lnTo>
                <a:lnTo>
                  <a:pt x="9612" y="13554"/>
                </a:lnTo>
                <a:lnTo>
                  <a:pt x="9393" y="13408"/>
                </a:lnTo>
                <a:lnTo>
                  <a:pt x="9223" y="13237"/>
                </a:lnTo>
                <a:lnTo>
                  <a:pt x="9052" y="13067"/>
                </a:lnTo>
                <a:lnTo>
                  <a:pt x="8906" y="12848"/>
                </a:lnTo>
                <a:lnTo>
                  <a:pt x="8833" y="12799"/>
                </a:lnTo>
                <a:lnTo>
                  <a:pt x="8760" y="12799"/>
                </a:lnTo>
                <a:lnTo>
                  <a:pt x="8712" y="12824"/>
                </a:lnTo>
                <a:lnTo>
                  <a:pt x="8663" y="12897"/>
                </a:lnTo>
                <a:lnTo>
                  <a:pt x="8639" y="13018"/>
                </a:lnTo>
                <a:lnTo>
                  <a:pt x="8663" y="13164"/>
                </a:lnTo>
                <a:lnTo>
                  <a:pt x="8687" y="13286"/>
                </a:lnTo>
                <a:lnTo>
                  <a:pt x="8760" y="13408"/>
                </a:lnTo>
                <a:lnTo>
                  <a:pt x="8833" y="13529"/>
                </a:lnTo>
                <a:lnTo>
                  <a:pt x="8931" y="13627"/>
                </a:lnTo>
                <a:lnTo>
                  <a:pt x="9125" y="13821"/>
                </a:lnTo>
                <a:lnTo>
                  <a:pt x="9490" y="14089"/>
                </a:lnTo>
                <a:lnTo>
                  <a:pt x="9685" y="14211"/>
                </a:lnTo>
                <a:lnTo>
                  <a:pt x="9904" y="14308"/>
                </a:lnTo>
                <a:lnTo>
                  <a:pt x="9661" y="14527"/>
                </a:lnTo>
                <a:lnTo>
                  <a:pt x="9369" y="14381"/>
                </a:lnTo>
                <a:lnTo>
                  <a:pt x="9052" y="14235"/>
                </a:lnTo>
                <a:lnTo>
                  <a:pt x="8760" y="14089"/>
                </a:lnTo>
                <a:lnTo>
                  <a:pt x="8614" y="13992"/>
                </a:lnTo>
                <a:lnTo>
                  <a:pt x="8468" y="13919"/>
                </a:lnTo>
                <a:lnTo>
                  <a:pt x="8444" y="13894"/>
                </a:lnTo>
                <a:lnTo>
                  <a:pt x="8420" y="13894"/>
                </a:lnTo>
                <a:lnTo>
                  <a:pt x="8395" y="13919"/>
                </a:lnTo>
                <a:lnTo>
                  <a:pt x="8395" y="13967"/>
                </a:lnTo>
                <a:lnTo>
                  <a:pt x="8468" y="14138"/>
                </a:lnTo>
                <a:lnTo>
                  <a:pt x="8566" y="14308"/>
                </a:lnTo>
                <a:lnTo>
                  <a:pt x="8687" y="14430"/>
                </a:lnTo>
                <a:lnTo>
                  <a:pt x="8833" y="14551"/>
                </a:lnTo>
                <a:lnTo>
                  <a:pt x="9296" y="14868"/>
                </a:lnTo>
                <a:lnTo>
                  <a:pt x="9004" y="15160"/>
                </a:lnTo>
                <a:lnTo>
                  <a:pt x="8614" y="14770"/>
                </a:lnTo>
                <a:lnTo>
                  <a:pt x="8201" y="14405"/>
                </a:lnTo>
                <a:lnTo>
                  <a:pt x="7398" y="13700"/>
                </a:lnTo>
                <a:lnTo>
                  <a:pt x="6984" y="13359"/>
                </a:lnTo>
                <a:lnTo>
                  <a:pt x="6595" y="12994"/>
                </a:lnTo>
                <a:lnTo>
                  <a:pt x="6205" y="12605"/>
                </a:lnTo>
                <a:lnTo>
                  <a:pt x="5840" y="12215"/>
                </a:lnTo>
                <a:lnTo>
                  <a:pt x="5500" y="11777"/>
                </a:lnTo>
                <a:lnTo>
                  <a:pt x="5135" y="11315"/>
                </a:lnTo>
                <a:lnTo>
                  <a:pt x="4794" y="10901"/>
                </a:lnTo>
                <a:lnTo>
                  <a:pt x="4599" y="10682"/>
                </a:lnTo>
                <a:lnTo>
                  <a:pt x="4405" y="10488"/>
                </a:lnTo>
                <a:lnTo>
                  <a:pt x="4137" y="10269"/>
                </a:lnTo>
                <a:lnTo>
                  <a:pt x="3845" y="10074"/>
                </a:lnTo>
                <a:lnTo>
                  <a:pt x="3553" y="9855"/>
                </a:lnTo>
                <a:lnTo>
                  <a:pt x="3285" y="9661"/>
                </a:lnTo>
                <a:lnTo>
                  <a:pt x="3261" y="9588"/>
                </a:lnTo>
                <a:lnTo>
                  <a:pt x="3602" y="9296"/>
                </a:lnTo>
                <a:lnTo>
                  <a:pt x="3967" y="9004"/>
                </a:lnTo>
                <a:lnTo>
                  <a:pt x="4332" y="8712"/>
                </a:lnTo>
                <a:lnTo>
                  <a:pt x="4672" y="8420"/>
                </a:lnTo>
                <a:lnTo>
                  <a:pt x="5646" y="7519"/>
                </a:lnTo>
                <a:lnTo>
                  <a:pt x="6595" y="6595"/>
                </a:lnTo>
                <a:lnTo>
                  <a:pt x="6984" y="6205"/>
                </a:lnTo>
                <a:lnTo>
                  <a:pt x="7349" y="5792"/>
                </a:lnTo>
                <a:lnTo>
                  <a:pt x="8055" y="4940"/>
                </a:lnTo>
                <a:lnTo>
                  <a:pt x="8760" y="4088"/>
                </a:lnTo>
                <a:lnTo>
                  <a:pt x="9466" y="3237"/>
                </a:lnTo>
                <a:lnTo>
                  <a:pt x="9855" y="2799"/>
                </a:lnTo>
                <a:lnTo>
                  <a:pt x="10269" y="2410"/>
                </a:lnTo>
                <a:lnTo>
                  <a:pt x="10707" y="2045"/>
                </a:lnTo>
                <a:lnTo>
                  <a:pt x="11169" y="1704"/>
                </a:lnTo>
                <a:lnTo>
                  <a:pt x="11631" y="1412"/>
                </a:lnTo>
                <a:lnTo>
                  <a:pt x="12142" y="1144"/>
                </a:lnTo>
                <a:lnTo>
                  <a:pt x="12678" y="950"/>
                </a:lnTo>
                <a:lnTo>
                  <a:pt x="13237" y="779"/>
                </a:lnTo>
                <a:lnTo>
                  <a:pt x="13797" y="658"/>
                </a:lnTo>
                <a:lnTo>
                  <a:pt x="14381" y="585"/>
                </a:lnTo>
                <a:lnTo>
                  <a:pt x="14941" y="560"/>
                </a:lnTo>
                <a:close/>
                <a:moveTo>
                  <a:pt x="11777" y="13237"/>
                </a:moveTo>
                <a:lnTo>
                  <a:pt x="11777" y="13602"/>
                </a:lnTo>
                <a:lnTo>
                  <a:pt x="11753" y="13967"/>
                </a:lnTo>
                <a:lnTo>
                  <a:pt x="11704" y="14746"/>
                </a:lnTo>
                <a:lnTo>
                  <a:pt x="11680" y="15549"/>
                </a:lnTo>
                <a:lnTo>
                  <a:pt x="11656" y="16328"/>
                </a:lnTo>
                <a:lnTo>
                  <a:pt x="11485" y="16084"/>
                </a:lnTo>
                <a:lnTo>
                  <a:pt x="11291" y="15865"/>
                </a:lnTo>
                <a:lnTo>
                  <a:pt x="10877" y="15427"/>
                </a:lnTo>
                <a:lnTo>
                  <a:pt x="10755" y="15257"/>
                </a:lnTo>
                <a:lnTo>
                  <a:pt x="10610" y="15062"/>
                </a:lnTo>
                <a:lnTo>
                  <a:pt x="10464" y="14868"/>
                </a:lnTo>
                <a:lnTo>
                  <a:pt x="10366" y="14770"/>
                </a:lnTo>
                <a:lnTo>
                  <a:pt x="10293" y="14722"/>
                </a:lnTo>
                <a:lnTo>
                  <a:pt x="10731" y="14284"/>
                </a:lnTo>
                <a:lnTo>
                  <a:pt x="11266" y="13773"/>
                </a:lnTo>
                <a:lnTo>
                  <a:pt x="11777" y="13237"/>
                </a:lnTo>
                <a:close/>
                <a:moveTo>
                  <a:pt x="3431" y="14381"/>
                </a:moveTo>
                <a:lnTo>
                  <a:pt x="3553" y="14405"/>
                </a:lnTo>
                <a:lnTo>
                  <a:pt x="3699" y="14454"/>
                </a:lnTo>
                <a:lnTo>
                  <a:pt x="3699" y="14527"/>
                </a:lnTo>
                <a:lnTo>
                  <a:pt x="3723" y="14576"/>
                </a:lnTo>
                <a:lnTo>
                  <a:pt x="3602" y="14576"/>
                </a:lnTo>
                <a:lnTo>
                  <a:pt x="3553" y="14600"/>
                </a:lnTo>
                <a:lnTo>
                  <a:pt x="3504" y="14649"/>
                </a:lnTo>
                <a:lnTo>
                  <a:pt x="3334" y="14843"/>
                </a:lnTo>
                <a:lnTo>
                  <a:pt x="3164" y="15038"/>
                </a:lnTo>
                <a:lnTo>
                  <a:pt x="2969" y="15233"/>
                </a:lnTo>
                <a:lnTo>
                  <a:pt x="2896" y="15330"/>
                </a:lnTo>
                <a:lnTo>
                  <a:pt x="2847" y="15452"/>
                </a:lnTo>
                <a:lnTo>
                  <a:pt x="2847" y="15525"/>
                </a:lnTo>
                <a:lnTo>
                  <a:pt x="2872" y="15573"/>
                </a:lnTo>
                <a:lnTo>
                  <a:pt x="2896" y="15622"/>
                </a:lnTo>
                <a:lnTo>
                  <a:pt x="2945" y="15646"/>
                </a:lnTo>
                <a:lnTo>
                  <a:pt x="3115" y="15646"/>
                </a:lnTo>
                <a:lnTo>
                  <a:pt x="3237" y="15598"/>
                </a:lnTo>
                <a:lnTo>
                  <a:pt x="3358" y="15525"/>
                </a:lnTo>
                <a:lnTo>
                  <a:pt x="3480" y="15427"/>
                </a:lnTo>
                <a:lnTo>
                  <a:pt x="3699" y="15208"/>
                </a:lnTo>
                <a:lnTo>
                  <a:pt x="3894" y="14941"/>
                </a:lnTo>
                <a:lnTo>
                  <a:pt x="3918" y="14868"/>
                </a:lnTo>
                <a:lnTo>
                  <a:pt x="3918" y="14795"/>
                </a:lnTo>
                <a:lnTo>
                  <a:pt x="3918" y="14722"/>
                </a:lnTo>
                <a:lnTo>
                  <a:pt x="3869" y="14673"/>
                </a:lnTo>
                <a:lnTo>
                  <a:pt x="3918" y="14697"/>
                </a:lnTo>
                <a:lnTo>
                  <a:pt x="3967" y="14770"/>
                </a:lnTo>
                <a:lnTo>
                  <a:pt x="3967" y="14819"/>
                </a:lnTo>
                <a:lnTo>
                  <a:pt x="3967" y="14892"/>
                </a:lnTo>
                <a:lnTo>
                  <a:pt x="3942" y="15087"/>
                </a:lnTo>
                <a:lnTo>
                  <a:pt x="3894" y="15281"/>
                </a:lnTo>
                <a:lnTo>
                  <a:pt x="3699" y="15671"/>
                </a:lnTo>
                <a:lnTo>
                  <a:pt x="3553" y="15938"/>
                </a:lnTo>
                <a:lnTo>
                  <a:pt x="3480" y="16060"/>
                </a:lnTo>
                <a:lnTo>
                  <a:pt x="3358" y="16157"/>
                </a:lnTo>
                <a:lnTo>
                  <a:pt x="3261" y="16230"/>
                </a:lnTo>
                <a:lnTo>
                  <a:pt x="3115" y="16303"/>
                </a:lnTo>
                <a:lnTo>
                  <a:pt x="2847" y="16376"/>
                </a:lnTo>
                <a:lnTo>
                  <a:pt x="2556" y="16425"/>
                </a:lnTo>
                <a:lnTo>
                  <a:pt x="2361" y="16449"/>
                </a:lnTo>
                <a:lnTo>
                  <a:pt x="2166" y="16449"/>
                </a:lnTo>
                <a:lnTo>
                  <a:pt x="2312" y="16182"/>
                </a:lnTo>
                <a:lnTo>
                  <a:pt x="2434" y="15890"/>
                </a:lnTo>
                <a:lnTo>
                  <a:pt x="2629" y="15403"/>
                </a:lnTo>
                <a:lnTo>
                  <a:pt x="2726" y="15160"/>
                </a:lnTo>
                <a:lnTo>
                  <a:pt x="2847" y="14916"/>
                </a:lnTo>
                <a:lnTo>
                  <a:pt x="2993" y="14697"/>
                </a:lnTo>
                <a:lnTo>
                  <a:pt x="3164" y="14503"/>
                </a:lnTo>
                <a:lnTo>
                  <a:pt x="3237" y="14430"/>
                </a:lnTo>
                <a:lnTo>
                  <a:pt x="3310" y="14405"/>
                </a:lnTo>
                <a:lnTo>
                  <a:pt x="3358" y="14381"/>
                </a:lnTo>
                <a:close/>
                <a:moveTo>
                  <a:pt x="3066" y="10001"/>
                </a:moveTo>
                <a:lnTo>
                  <a:pt x="3188" y="10147"/>
                </a:lnTo>
                <a:lnTo>
                  <a:pt x="3334" y="10293"/>
                </a:lnTo>
                <a:lnTo>
                  <a:pt x="3650" y="10488"/>
                </a:lnTo>
                <a:lnTo>
                  <a:pt x="3894" y="10682"/>
                </a:lnTo>
                <a:lnTo>
                  <a:pt x="4113" y="10877"/>
                </a:lnTo>
                <a:lnTo>
                  <a:pt x="4332" y="11096"/>
                </a:lnTo>
                <a:lnTo>
                  <a:pt x="4526" y="11315"/>
                </a:lnTo>
                <a:lnTo>
                  <a:pt x="4891" y="11777"/>
                </a:lnTo>
                <a:lnTo>
                  <a:pt x="5256" y="12264"/>
                </a:lnTo>
                <a:lnTo>
                  <a:pt x="5621" y="12702"/>
                </a:lnTo>
                <a:lnTo>
                  <a:pt x="6011" y="13140"/>
                </a:lnTo>
                <a:lnTo>
                  <a:pt x="6449" y="13529"/>
                </a:lnTo>
                <a:lnTo>
                  <a:pt x="6862" y="13919"/>
                </a:lnTo>
                <a:lnTo>
                  <a:pt x="7763" y="14697"/>
                </a:lnTo>
                <a:lnTo>
                  <a:pt x="8176" y="15087"/>
                </a:lnTo>
                <a:lnTo>
                  <a:pt x="8614" y="15500"/>
                </a:lnTo>
                <a:lnTo>
                  <a:pt x="8590" y="15525"/>
                </a:lnTo>
                <a:lnTo>
                  <a:pt x="8517" y="15573"/>
                </a:lnTo>
                <a:lnTo>
                  <a:pt x="8468" y="15646"/>
                </a:lnTo>
                <a:lnTo>
                  <a:pt x="8468" y="15719"/>
                </a:lnTo>
                <a:lnTo>
                  <a:pt x="8395" y="15914"/>
                </a:lnTo>
                <a:lnTo>
                  <a:pt x="8322" y="16133"/>
                </a:lnTo>
                <a:lnTo>
                  <a:pt x="8176" y="16547"/>
                </a:lnTo>
                <a:lnTo>
                  <a:pt x="7227" y="15817"/>
                </a:lnTo>
                <a:lnTo>
                  <a:pt x="6303" y="15062"/>
                </a:lnTo>
                <a:lnTo>
                  <a:pt x="5840" y="14649"/>
                </a:lnTo>
                <a:lnTo>
                  <a:pt x="5378" y="14259"/>
                </a:lnTo>
                <a:lnTo>
                  <a:pt x="4964" y="13846"/>
                </a:lnTo>
                <a:lnTo>
                  <a:pt x="4551" y="13408"/>
                </a:lnTo>
                <a:lnTo>
                  <a:pt x="3821" y="12580"/>
                </a:lnTo>
                <a:lnTo>
                  <a:pt x="3456" y="12142"/>
                </a:lnTo>
                <a:lnTo>
                  <a:pt x="3091" y="11729"/>
                </a:lnTo>
                <a:lnTo>
                  <a:pt x="2702" y="11315"/>
                </a:lnTo>
                <a:lnTo>
                  <a:pt x="2288" y="10950"/>
                </a:lnTo>
                <a:lnTo>
                  <a:pt x="1850" y="10609"/>
                </a:lnTo>
                <a:lnTo>
                  <a:pt x="1607" y="10464"/>
                </a:lnTo>
                <a:lnTo>
                  <a:pt x="1388" y="10318"/>
                </a:lnTo>
                <a:lnTo>
                  <a:pt x="1534" y="10318"/>
                </a:lnTo>
                <a:lnTo>
                  <a:pt x="1655" y="10293"/>
                </a:lnTo>
                <a:lnTo>
                  <a:pt x="1947" y="10245"/>
                </a:lnTo>
                <a:lnTo>
                  <a:pt x="2507" y="10147"/>
                </a:lnTo>
                <a:lnTo>
                  <a:pt x="3066" y="10001"/>
                </a:lnTo>
                <a:close/>
                <a:moveTo>
                  <a:pt x="4989" y="16328"/>
                </a:moveTo>
                <a:lnTo>
                  <a:pt x="5110" y="16352"/>
                </a:lnTo>
                <a:lnTo>
                  <a:pt x="5086" y="16401"/>
                </a:lnTo>
                <a:lnTo>
                  <a:pt x="5062" y="16474"/>
                </a:lnTo>
                <a:lnTo>
                  <a:pt x="4989" y="16522"/>
                </a:lnTo>
                <a:lnTo>
                  <a:pt x="4843" y="16620"/>
                </a:lnTo>
                <a:lnTo>
                  <a:pt x="4551" y="16741"/>
                </a:lnTo>
                <a:lnTo>
                  <a:pt x="4551" y="16741"/>
                </a:lnTo>
                <a:lnTo>
                  <a:pt x="4599" y="16620"/>
                </a:lnTo>
                <a:lnTo>
                  <a:pt x="4672" y="16474"/>
                </a:lnTo>
                <a:lnTo>
                  <a:pt x="4770" y="16376"/>
                </a:lnTo>
                <a:lnTo>
                  <a:pt x="4867" y="16328"/>
                </a:lnTo>
                <a:close/>
                <a:moveTo>
                  <a:pt x="3237" y="13846"/>
                </a:moveTo>
                <a:lnTo>
                  <a:pt x="3115" y="13894"/>
                </a:lnTo>
                <a:lnTo>
                  <a:pt x="2993" y="13943"/>
                </a:lnTo>
                <a:lnTo>
                  <a:pt x="2896" y="14016"/>
                </a:lnTo>
                <a:lnTo>
                  <a:pt x="2702" y="14211"/>
                </a:lnTo>
                <a:lnTo>
                  <a:pt x="2531" y="14430"/>
                </a:lnTo>
                <a:lnTo>
                  <a:pt x="2385" y="14673"/>
                </a:lnTo>
                <a:lnTo>
                  <a:pt x="2264" y="14941"/>
                </a:lnTo>
                <a:lnTo>
                  <a:pt x="2045" y="15500"/>
                </a:lnTo>
                <a:lnTo>
                  <a:pt x="1923" y="15768"/>
                </a:lnTo>
                <a:lnTo>
                  <a:pt x="1777" y="16036"/>
                </a:lnTo>
                <a:lnTo>
                  <a:pt x="1607" y="16279"/>
                </a:lnTo>
                <a:lnTo>
                  <a:pt x="1509" y="16376"/>
                </a:lnTo>
                <a:lnTo>
                  <a:pt x="1412" y="16449"/>
                </a:lnTo>
                <a:lnTo>
                  <a:pt x="1363" y="16522"/>
                </a:lnTo>
                <a:lnTo>
                  <a:pt x="1315" y="16595"/>
                </a:lnTo>
                <a:lnTo>
                  <a:pt x="1290" y="16668"/>
                </a:lnTo>
                <a:lnTo>
                  <a:pt x="1315" y="16741"/>
                </a:lnTo>
                <a:lnTo>
                  <a:pt x="1339" y="16814"/>
                </a:lnTo>
                <a:lnTo>
                  <a:pt x="1388" y="16863"/>
                </a:lnTo>
                <a:lnTo>
                  <a:pt x="1436" y="16887"/>
                </a:lnTo>
                <a:lnTo>
                  <a:pt x="1534" y="16912"/>
                </a:lnTo>
                <a:lnTo>
                  <a:pt x="1631" y="16912"/>
                </a:lnTo>
                <a:lnTo>
                  <a:pt x="1728" y="16887"/>
                </a:lnTo>
                <a:lnTo>
                  <a:pt x="2288" y="16887"/>
                </a:lnTo>
                <a:lnTo>
                  <a:pt x="2556" y="16863"/>
                </a:lnTo>
                <a:lnTo>
                  <a:pt x="2799" y="16839"/>
                </a:lnTo>
                <a:lnTo>
                  <a:pt x="3042" y="16790"/>
                </a:lnTo>
                <a:lnTo>
                  <a:pt x="3285" y="16717"/>
                </a:lnTo>
                <a:lnTo>
                  <a:pt x="3431" y="16644"/>
                </a:lnTo>
                <a:lnTo>
                  <a:pt x="3553" y="16571"/>
                </a:lnTo>
                <a:lnTo>
                  <a:pt x="3650" y="16474"/>
                </a:lnTo>
                <a:lnTo>
                  <a:pt x="3772" y="16376"/>
                </a:lnTo>
                <a:lnTo>
                  <a:pt x="3918" y="16157"/>
                </a:lnTo>
                <a:lnTo>
                  <a:pt x="4064" y="15865"/>
                </a:lnTo>
                <a:lnTo>
                  <a:pt x="4210" y="15549"/>
                </a:lnTo>
                <a:lnTo>
                  <a:pt x="4283" y="15306"/>
                </a:lnTo>
                <a:lnTo>
                  <a:pt x="4332" y="15062"/>
                </a:lnTo>
                <a:lnTo>
                  <a:pt x="4380" y="14795"/>
                </a:lnTo>
                <a:lnTo>
                  <a:pt x="4356" y="14576"/>
                </a:lnTo>
                <a:lnTo>
                  <a:pt x="4356" y="14478"/>
                </a:lnTo>
                <a:lnTo>
                  <a:pt x="4307" y="14405"/>
                </a:lnTo>
                <a:lnTo>
                  <a:pt x="4259" y="14332"/>
                </a:lnTo>
                <a:lnTo>
                  <a:pt x="4186" y="14284"/>
                </a:lnTo>
                <a:lnTo>
                  <a:pt x="4113" y="14186"/>
                </a:lnTo>
                <a:lnTo>
                  <a:pt x="4040" y="14089"/>
                </a:lnTo>
                <a:lnTo>
                  <a:pt x="3942" y="14016"/>
                </a:lnTo>
                <a:lnTo>
                  <a:pt x="3845" y="13967"/>
                </a:lnTo>
                <a:lnTo>
                  <a:pt x="3626" y="13870"/>
                </a:lnTo>
                <a:lnTo>
                  <a:pt x="3383" y="13846"/>
                </a:lnTo>
                <a:close/>
                <a:moveTo>
                  <a:pt x="4818" y="15817"/>
                </a:moveTo>
                <a:lnTo>
                  <a:pt x="4697" y="15865"/>
                </a:lnTo>
                <a:lnTo>
                  <a:pt x="4575" y="15914"/>
                </a:lnTo>
                <a:lnTo>
                  <a:pt x="4453" y="15987"/>
                </a:lnTo>
                <a:lnTo>
                  <a:pt x="4356" y="16084"/>
                </a:lnTo>
                <a:lnTo>
                  <a:pt x="4259" y="16206"/>
                </a:lnTo>
                <a:lnTo>
                  <a:pt x="4161" y="16328"/>
                </a:lnTo>
                <a:lnTo>
                  <a:pt x="4088" y="16474"/>
                </a:lnTo>
                <a:lnTo>
                  <a:pt x="4040" y="16620"/>
                </a:lnTo>
                <a:lnTo>
                  <a:pt x="3991" y="16766"/>
                </a:lnTo>
                <a:lnTo>
                  <a:pt x="3967" y="16912"/>
                </a:lnTo>
                <a:lnTo>
                  <a:pt x="3967" y="17058"/>
                </a:lnTo>
                <a:lnTo>
                  <a:pt x="3991" y="17155"/>
                </a:lnTo>
                <a:lnTo>
                  <a:pt x="4064" y="17252"/>
                </a:lnTo>
                <a:lnTo>
                  <a:pt x="4161" y="17301"/>
                </a:lnTo>
                <a:lnTo>
                  <a:pt x="4210" y="17325"/>
                </a:lnTo>
                <a:lnTo>
                  <a:pt x="4259" y="17301"/>
                </a:lnTo>
                <a:lnTo>
                  <a:pt x="4502" y="17228"/>
                </a:lnTo>
                <a:lnTo>
                  <a:pt x="4721" y="17131"/>
                </a:lnTo>
                <a:lnTo>
                  <a:pt x="4989" y="17009"/>
                </a:lnTo>
                <a:lnTo>
                  <a:pt x="5135" y="16936"/>
                </a:lnTo>
                <a:lnTo>
                  <a:pt x="5256" y="16863"/>
                </a:lnTo>
                <a:lnTo>
                  <a:pt x="5354" y="16766"/>
                </a:lnTo>
                <a:lnTo>
                  <a:pt x="5427" y="16668"/>
                </a:lnTo>
                <a:lnTo>
                  <a:pt x="5500" y="16547"/>
                </a:lnTo>
                <a:lnTo>
                  <a:pt x="5524" y="16401"/>
                </a:lnTo>
                <a:lnTo>
                  <a:pt x="5524" y="16328"/>
                </a:lnTo>
                <a:lnTo>
                  <a:pt x="5500" y="16230"/>
                </a:lnTo>
                <a:lnTo>
                  <a:pt x="5451" y="16133"/>
                </a:lnTo>
                <a:lnTo>
                  <a:pt x="5402" y="16060"/>
                </a:lnTo>
                <a:lnTo>
                  <a:pt x="5305" y="15963"/>
                </a:lnTo>
                <a:lnTo>
                  <a:pt x="5208" y="15890"/>
                </a:lnTo>
                <a:lnTo>
                  <a:pt x="5086" y="15841"/>
                </a:lnTo>
                <a:lnTo>
                  <a:pt x="4964" y="15817"/>
                </a:lnTo>
                <a:close/>
                <a:moveTo>
                  <a:pt x="10001" y="14965"/>
                </a:moveTo>
                <a:lnTo>
                  <a:pt x="10099" y="15184"/>
                </a:lnTo>
                <a:lnTo>
                  <a:pt x="10220" y="15379"/>
                </a:lnTo>
                <a:lnTo>
                  <a:pt x="10488" y="15719"/>
                </a:lnTo>
                <a:lnTo>
                  <a:pt x="10731" y="16011"/>
                </a:lnTo>
                <a:lnTo>
                  <a:pt x="10999" y="16303"/>
                </a:lnTo>
                <a:lnTo>
                  <a:pt x="11242" y="16595"/>
                </a:lnTo>
                <a:lnTo>
                  <a:pt x="11339" y="16766"/>
                </a:lnTo>
                <a:lnTo>
                  <a:pt x="11412" y="16936"/>
                </a:lnTo>
                <a:lnTo>
                  <a:pt x="11437" y="17009"/>
                </a:lnTo>
                <a:lnTo>
                  <a:pt x="11485" y="17058"/>
                </a:lnTo>
                <a:lnTo>
                  <a:pt x="11558" y="17082"/>
                </a:lnTo>
                <a:lnTo>
                  <a:pt x="11607" y="17106"/>
                </a:lnTo>
                <a:lnTo>
                  <a:pt x="11607" y="17350"/>
                </a:lnTo>
                <a:lnTo>
                  <a:pt x="11583" y="17593"/>
                </a:lnTo>
                <a:lnTo>
                  <a:pt x="11412" y="17471"/>
                </a:lnTo>
                <a:lnTo>
                  <a:pt x="11266" y="17325"/>
                </a:lnTo>
                <a:lnTo>
                  <a:pt x="10974" y="17009"/>
                </a:lnTo>
                <a:lnTo>
                  <a:pt x="10488" y="16328"/>
                </a:lnTo>
                <a:lnTo>
                  <a:pt x="10099" y="15817"/>
                </a:lnTo>
                <a:lnTo>
                  <a:pt x="9855" y="15549"/>
                </a:lnTo>
                <a:lnTo>
                  <a:pt x="9709" y="15427"/>
                </a:lnTo>
                <a:lnTo>
                  <a:pt x="9588" y="15306"/>
                </a:lnTo>
                <a:lnTo>
                  <a:pt x="9855" y="15111"/>
                </a:lnTo>
                <a:lnTo>
                  <a:pt x="9928" y="15038"/>
                </a:lnTo>
                <a:lnTo>
                  <a:pt x="10001" y="14965"/>
                </a:lnTo>
                <a:close/>
                <a:moveTo>
                  <a:pt x="15135" y="1"/>
                </a:moveTo>
                <a:lnTo>
                  <a:pt x="14551" y="25"/>
                </a:lnTo>
                <a:lnTo>
                  <a:pt x="13967" y="74"/>
                </a:lnTo>
                <a:lnTo>
                  <a:pt x="13408" y="171"/>
                </a:lnTo>
                <a:lnTo>
                  <a:pt x="12824" y="293"/>
                </a:lnTo>
                <a:lnTo>
                  <a:pt x="12264" y="487"/>
                </a:lnTo>
                <a:lnTo>
                  <a:pt x="11753" y="706"/>
                </a:lnTo>
                <a:lnTo>
                  <a:pt x="11242" y="974"/>
                </a:lnTo>
                <a:lnTo>
                  <a:pt x="10755" y="1290"/>
                </a:lnTo>
                <a:lnTo>
                  <a:pt x="10318" y="1631"/>
                </a:lnTo>
                <a:lnTo>
                  <a:pt x="9880" y="2020"/>
                </a:lnTo>
                <a:lnTo>
                  <a:pt x="9466" y="2434"/>
                </a:lnTo>
                <a:lnTo>
                  <a:pt x="9052" y="2847"/>
                </a:lnTo>
                <a:lnTo>
                  <a:pt x="8663" y="3310"/>
                </a:lnTo>
                <a:lnTo>
                  <a:pt x="7933" y="4234"/>
                </a:lnTo>
                <a:lnTo>
                  <a:pt x="7203" y="5135"/>
                </a:lnTo>
                <a:lnTo>
                  <a:pt x="6814" y="5597"/>
                </a:lnTo>
                <a:lnTo>
                  <a:pt x="6400" y="6011"/>
                </a:lnTo>
                <a:lnTo>
                  <a:pt x="6205" y="6205"/>
                </a:lnTo>
                <a:lnTo>
                  <a:pt x="5889" y="6205"/>
                </a:lnTo>
                <a:lnTo>
                  <a:pt x="5548" y="6230"/>
                </a:lnTo>
                <a:lnTo>
                  <a:pt x="4916" y="6303"/>
                </a:lnTo>
                <a:lnTo>
                  <a:pt x="3991" y="6376"/>
                </a:lnTo>
                <a:lnTo>
                  <a:pt x="3066" y="6400"/>
                </a:lnTo>
                <a:lnTo>
                  <a:pt x="901" y="6400"/>
                </a:lnTo>
                <a:lnTo>
                  <a:pt x="171" y="6351"/>
                </a:lnTo>
                <a:lnTo>
                  <a:pt x="122" y="6351"/>
                </a:lnTo>
                <a:lnTo>
                  <a:pt x="74" y="6376"/>
                </a:lnTo>
                <a:lnTo>
                  <a:pt x="25" y="6449"/>
                </a:lnTo>
                <a:lnTo>
                  <a:pt x="1" y="6546"/>
                </a:lnTo>
                <a:lnTo>
                  <a:pt x="25" y="6619"/>
                </a:lnTo>
                <a:lnTo>
                  <a:pt x="1" y="6716"/>
                </a:lnTo>
                <a:lnTo>
                  <a:pt x="49" y="6789"/>
                </a:lnTo>
                <a:lnTo>
                  <a:pt x="195" y="7008"/>
                </a:lnTo>
                <a:lnTo>
                  <a:pt x="366" y="7227"/>
                </a:lnTo>
                <a:lnTo>
                  <a:pt x="731" y="7617"/>
                </a:lnTo>
                <a:lnTo>
                  <a:pt x="1120" y="7982"/>
                </a:lnTo>
                <a:lnTo>
                  <a:pt x="1534" y="8347"/>
                </a:lnTo>
                <a:lnTo>
                  <a:pt x="1923" y="8712"/>
                </a:lnTo>
                <a:lnTo>
                  <a:pt x="2337" y="9101"/>
                </a:lnTo>
                <a:lnTo>
                  <a:pt x="2507" y="9296"/>
                </a:lnTo>
                <a:lnTo>
                  <a:pt x="2702" y="9466"/>
                </a:lnTo>
                <a:lnTo>
                  <a:pt x="1923" y="9661"/>
                </a:lnTo>
                <a:lnTo>
                  <a:pt x="1680" y="9709"/>
                </a:lnTo>
                <a:lnTo>
                  <a:pt x="1412" y="9734"/>
                </a:lnTo>
                <a:lnTo>
                  <a:pt x="1193" y="9807"/>
                </a:lnTo>
                <a:lnTo>
                  <a:pt x="1071" y="9855"/>
                </a:lnTo>
                <a:lnTo>
                  <a:pt x="974" y="9928"/>
                </a:lnTo>
                <a:lnTo>
                  <a:pt x="925" y="9953"/>
                </a:lnTo>
                <a:lnTo>
                  <a:pt x="925" y="10001"/>
                </a:lnTo>
                <a:lnTo>
                  <a:pt x="925" y="10099"/>
                </a:lnTo>
                <a:lnTo>
                  <a:pt x="852" y="10123"/>
                </a:lnTo>
                <a:lnTo>
                  <a:pt x="804" y="10172"/>
                </a:lnTo>
                <a:lnTo>
                  <a:pt x="779" y="10220"/>
                </a:lnTo>
                <a:lnTo>
                  <a:pt x="755" y="10293"/>
                </a:lnTo>
                <a:lnTo>
                  <a:pt x="755" y="10342"/>
                </a:lnTo>
                <a:lnTo>
                  <a:pt x="755" y="10391"/>
                </a:lnTo>
                <a:lnTo>
                  <a:pt x="779" y="10439"/>
                </a:lnTo>
                <a:lnTo>
                  <a:pt x="852" y="10512"/>
                </a:lnTo>
                <a:lnTo>
                  <a:pt x="1363" y="10901"/>
                </a:lnTo>
                <a:lnTo>
                  <a:pt x="1850" y="11291"/>
                </a:lnTo>
                <a:lnTo>
                  <a:pt x="2312" y="11729"/>
                </a:lnTo>
                <a:lnTo>
                  <a:pt x="2774" y="12167"/>
                </a:lnTo>
                <a:lnTo>
                  <a:pt x="3164" y="12629"/>
                </a:lnTo>
                <a:lnTo>
                  <a:pt x="3553" y="13091"/>
                </a:lnTo>
                <a:lnTo>
                  <a:pt x="3967" y="13554"/>
                </a:lnTo>
                <a:lnTo>
                  <a:pt x="4356" y="13992"/>
                </a:lnTo>
                <a:lnTo>
                  <a:pt x="4794" y="14454"/>
                </a:lnTo>
                <a:lnTo>
                  <a:pt x="5256" y="14892"/>
                </a:lnTo>
                <a:lnTo>
                  <a:pt x="5743" y="15330"/>
                </a:lnTo>
                <a:lnTo>
                  <a:pt x="6230" y="15744"/>
                </a:lnTo>
                <a:lnTo>
                  <a:pt x="7227" y="16522"/>
                </a:lnTo>
                <a:lnTo>
                  <a:pt x="8249" y="17301"/>
                </a:lnTo>
                <a:lnTo>
                  <a:pt x="8347" y="17350"/>
                </a:lnTo>
                <a:lnTo>
                  <a:pt x="8444" y="17350"/>
                </a:lnTo>
                <a:lnTo>
                  <a:pt x="8517" y="17325"/>
                </a:lnTo>
                <a:lnTo>
                  <a:pt x="8590" y="17277"/>
                </a:lnTo>
                <a:lnTo>
                  <a:pt x="8639" y="17204"/>
                </a:lnTo>
                <a:lnTo>
                  <a:pt x="8663" y="17106"/>
                </a:lnTo>
                <a:lnTo>
                  <a:pt x="8663" y="17009"/>
                </a:lnTo>
                <a:lnTo>
                  <a:pt x="8614" y="16912"/>
                </a:lnTo>
                <a:lnTo>
                  <a:pt x="8760" y="16620"/>
                </a:lnTo>
                <a:lnTo>
                  <a:pt x="8858" y="16328"/>
                </a:lnTo>
                <a:lnTo>
                  <a:pt x="8955" y="16011"/>
                </a:lnTo>
                <a:lnTo>
                  <a:pt x="9004" y="15695"/>
                </a:lnTo>
                <a:lnTo>
                  <a:pt x="9174" y="15598"/>
                </a:lnTo>
                <a:lnTo>
                  <a:pt x="9466" y="15914"/>
                </a:lnTo>
                <a:lnTo>
                  <a:pt x="9831" y="16376"/>
                </a:lnTo>
                <a:lnTo>
                  <a:pt x="10196" y="16887"/>
                </a:lnTo>
                <a:lnTo>
                  <a:pt x="10464" y="17252"/>
                </a:lnTo>
                <a:lnTo>
                  <a:pt x="10755" y="17617"/>
                </a:lnTo>
                <a:lnTo>
                  <a:pt x="10901" y="17788"/>
                </a:lnTo>
                <a:lnTo>
                  <a:pt x="11072" y="17934"/>
                </a:lnTo>
                <a:lnTo>
                  <a:pt x="11242" y="18080"/>
                </a:lnTo>
                <a:lnTo>
                  <a:pt x="11437" y="18201"/>
                </a:lnTo>
                <a:lnTo>
                  <a:pt x="11510" y="18226"/>
                </a:lnTo>
                <a:lnTo>
                  <a:pt x="11558" y="18250"/>
                </a:lnTo>
                <a:lnTo>
                  <a:pt x="11631" y="18250"/>
                </a:lnTo>
                <a:lnTo>
                  <a:pt x="11704" y="18226"/>
                </a:lnTo>
                <a:lnTo>
                  <a:pt x="11826" y="18226"/>
                </a:lnTo>
                <a:lnTo>
                  <a:pt x="11948" y="18177"/>
                </a:lnTo>
                <a:lnTo>
                  <a:pt x="12045" y="18128"/>
                </a:lnTo>
                <a:lnTo>
                  <a:pt x="12094" y="18007"/>
                </a:lnTo>
                <a:lnTo>
                  <a:pt x="12167" y="17763"/>
                </a:lnTo>
                <a:lnTo>
                  <a:pt x="12191" y="17520"/>
                </a:lnTo>
                <a:lnTo>
                  <a:pt x="12240" y="17033"/>
                </a:lnTo>
                <a:lnTo>
                  <a:pt x="12264" y="16279"/>
                </a:lnTo>
                <a:lnTo>
                  <a:pt x="12264" y="15549"/>
                </a:lnTo>
                <a:lnTo>
                  <a:pt x="12288" y="14746"/>
                </a:lnTo>
                <a:lnTo>
                  <a:pt x="12337" y="13967"/>
                </a:lnTo>
                <a:lnTo>
                  <a:pt x="12361" y="13651"/>
                </a:lnTo>
                <a:lnTo>
                  <a:pt x="12386" y="13335"/>
                </a:lnTo>
                <a:lnTo>
                  <a:pt x="12361" y="13018"/>
                </a:lnTo>
                <a:lnTo>
                  <a:pt x="12337" y="12848"/>
                </a:lnTo>
                <a:lnTo>
                  <a:pt x="12288" y="12726"/>
                </a:lnTo>
                <a:lnTo>
                  <a:pt x="12775" y="12191"/>
                </a:lnTo>
                <a:lnTo>
                  <a:pt x="13335" y="11607"/>
                </a:lnTo>
                <a:lnTo>
                  <a:pt x="13943" y="11047"/>
                </a:lnTo>
                <a:lnTo>
                  <a:pt x="14527" y="10464"/>
                </a:lnTo>
                <a:lnTo>
                  <a:pt x="15087" y="9880"/>
                </a:lnTo>
                <a:lnTo>
                  <a:pt x="15622" y="9247"/>
                </a:lnTo>
                <a:lnTo>
                  <a:pt x="15865" y="8931"/>
                </a:lnTo>
                <a:lnTo>
                  <a:pt x="16157" y="8639"/>
                </a:lnTo>
                <a:lnTo>
                  <a:pt x="16717" y="8055"/>
                </a:lnTo>
                <a:lnTo>
                  <a:pt x="17277" y="7446"/>
                </a:lnTo>
                <a:lnTo>
                  <a:pt x="17471" y="7227"/>
                </a:lnTo>
                <a:lnTo>
                  <a:pt x="17666" y="6960"/>
                </a:lnTo>
                <a:lnTo>
                  <a:pt x="17836" y="6716"/>
                </a:lnTo>
                <a:lnTo>
                  <a:pt x="17982" y="6449"/>
                </a:lnTo>
                <a:lnTo>
                  <a:pt x="18104" y="6157"/>
                </a:lnTo>
                <a:lnTo>
                  <a:pt x="18250" y="5889"/>
                </a:lnTo>
                <a:lnTo>
                  <a:pt x="18347" y="5597"/>
                </a:lnTo>
                <a:lnTo>
                  <a:pt x="18445" y="5305"/>
                </a:lnTo>
                <a:lnTo>
                  <a:pt x="18591" y="4721"/>
                </a:lnTo>
                <a:lnTo>
                  <a:pt x="18688" y="4113"/>
                </a:lnTo>
                <a:lnTo>
                  <a:pt x="18736" y="3480"/>
                </a:lnTo>
                <a:lnTo>
                  <a:pt x="18736" y="2872"/>
                </a:lnTo>
                <a:lnTo>
                  <a:pt x="18712" y="2312"/>
                </a:lnTo>
                <a:lnTo>
                  <a:pt x="18688" y="1899"/>
                </a:lnTo>
                <a:lnTo>
                  <a:pt x="18639" y="1436"/>
                </a:lnTo>
                <a:lnTo>
                  <a:pt x="18542" y="998"/>
                </a:lnTo>
                <a:lnTo>
                  <a:pt x="18493" y="828"/>
                </a:lnTo>
                <a:lnTo>
                  <a:pt x="18420" y="658"/>
                </a:lnTo>
                <a:lnTo>
                  <a:pt x="18323" y="536"/>
                </a:lnTo>
                <a:lnTo>
                  <a:pt x="18226" y="463"/>
                </a:lnTo>
                <a:lnTo>
                  <a:pt x="18104" y="414"/>
                </a:lnTo>
                <a:lnTo>
                  <a:pt x="17982" y="439"/>
                </a:lnTo>
                <a:lnTo>
                  <a:pt x="17447" y="268"/>
                </a:lnTo>
                <a:lnTo>
                  <a:pt x="16863" y="147"/>
                </a:lnTo>
                <a:lnTo>
                  <a:pt x="16303" y="49"/>
                </a:lnTo>
                <a:lnTo>
                  <a:pt x="1571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D966"/>
            </a:gs>
            <a:gs pos="100000">
              <a:srgbClr val="FF9900"/>
            </a:gs>
          </a:gsLst>
          <a:path path="circle">
            <a:fillToRect b="50%" l="50%" r="50%" t="50%"/>
          </a:path>
          <a:tileRect/>
        </a:gradFill>
      </p:bgPr>
    </p:bg>
    <p:spTree>
      <p:nvGrpSpPr>
        <p:cNvPr id="706" name="Shape 706"/>
        <p:cNvGrpSpPr/>
        <p:nvPr/>
      </p:nvGrpSpPr>
      <p:grpSpPr>
        <a:xfrm>
          <a:off x="0" y="0"/>
          <a:ext cx="0" cy="0"/>
          <a:chOff x="0" y="0"/>
          <a:chExt cx="0" cy="0"/>
        </a:xfrm>
      </p:grpSpPr>
      <p:pic>
        <p:nvPicPr>
          <p:cNvPr id="707" name="Google Shape;707;p41">
            <a:hlinkClick r:id="rId3"/>
          </p:cNvPr>
          <p:cNvPicPr preferRelativeResize="0"/>
          <p:nvPr/>
        </p:nvPicPr>
        <p:blipFill rotWithShape="1">
          <a:blip r:embed="rId4">
            <a:alphaModFix/>
          </a:blip>
          <a:srcRect b="0" l="0" r="0" t="0"/>
          <a:stretch/>
        </p:blipFill>
        <p:spPr>
          <a:xfrm>
            <a:off x="3426425" y="1451225"/>
            <a:ext cx="2291150" cy="550600"/>
          </a:xfrm>
          <a:prstGeom prst="rect">
            <a:avLst/>
          </a:prstGeom>
          <a:noFill/>
          <a:ln>
            <a:noFill/>
          </a:ln>
        </p:spPr>
      </p:pic>
      <p:sp>
        <p:nvSpPr>
          <p:cNvPr id="708" name="Google Shape;708;p41"/>
          <p:cNvSpPr txBox="1"/>
          <p:nvPr/>
        </p:nvSpPr>
        <p:spPr>
          <a:xfrm>
            <a:off x="1106100" y="2209500"/>
            <a:ext cx="6931800" cy="267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434343"/>
                </a:solidFill>
                <a:latin typeface="Arial"/>
                <a:ea typeface="Arial"/>
                <a:cs typeface="Arial"/>
                <a:sym typeface="Arial"/>
              </a:rPr>
              <a:t>Slides provided by Slides Carnival</a:t>
            </a:r>
            <a:endParaRPr b="1" i="0" sz="1800" u="none" cap="none" strike="noStrike">
              <a:solidFill>
                <a:srgbClr val="43434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434343"/>
                </a:solidFill>
                <a:latin typeface="Arial"/>
                <a:ea typeface="Arial"/>
                <a:cs typeface="Arial"/>
                <a:sym typeface="Arial"/>
              </a:rPr>
              <a:t>Free templates for all your presentation needs</a:t>
            </a:r>
            <a:endParaRPr b="1" i="0" sz="1800" u="none" cap="none" strike="noStrike">
              <a:solidFill>
                <a:srgbClr val="434343"/>
              </a:solidFill>
              <a:latin typeface="Arial"/>
              <a:ea typeface="Arial"/>
              <a:cs typeface="Arial"/>
              <a:sym typeface="Arial"/>
            </a:endParaRPr>
          </a:p>
        </p:txBody>
      </p:sp>
      <p:grpSp>
        <p:nvGrpSpPr>
          <p:cNvPr id="709" name="Google Shape;709;p41"/>
          <p:cNvGrpSpPr/>
          <p:nvPr/>
        </p:nvGrpSpPr>
        <p:grpSpPr>
          <a:xfrm>
            <a:off x="690575" y="3290132"/>
            <a:ext cx="7762851" cy="892418"/>
            <a:chOff x="801125" y="3213932"/>
            <a:chExt cx="7762851" cy="892418"/>
          </a:xfrm>
        </p:grpSpPr>
        <p:grpSp>
          <p:nvGrpSpPr>
            <p:cNvPr id="710" name="Google Shape;710;p41"/>
            <p:cNvGrpSpPr/>
            <p:nvPr/>
          </p:nvGrpSpPr>
          <p:grpSpPr>
            <a:xfrm>
              <a:off x="4845759" y="3213932"/>
              <a:ext cx="1695900" cy="892418"/>
              <a:chOff x="4845759" y="3213932"/>
              <a:chExt cx="1695900" cy="892418"/>
            </a:xfrm>
          </p:grpSpPr>
          <p:sp>
            <p:nvSpPr>
              <p:cNvPr id="711" name="Google Shape;711;p41"/>
              <p:cNvSpPr txBox="1"/>
              <p:nvPr/>
            </p:nvSpPr>
            <p:spPr>
              <a:xfrm>
                <a:off x="4845759" y="3469450"/>
                <a:ext cx="1695900" cy="636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434343"/>
                    </a:solidFill>
                    <a:latin typeface="Arial"/>
                    <a:ea typeface="Arial"/>
                    <a:cs typeface="Arial"/>
                    <a:sym typeface="Arial"/>
                  </a:rPr>
                  <a:t>Ready to use, professional and customizable</a:t>
                </a:r>
                <a:endParaRPr b="0" i="0" sz="1200" u="none" cap="none" strike="noStrike">
                  <a:solidFill>
                    <a:srgbClr val="434343"/>
                  </a:solidFill>
                  <a:latin typeface="Arial"/>
                  <a:ea typeface="Arial"/>
                  <a:cs typeface="Arial"/>
                  <a:sym typeface="Arial"/>
                </a:endParaRPr>
              </a:p>
            </p:txBody>
          </p:sp>
          <p:sp>
            <p:nvSpPr>
              <p:cNvPr id="712" name="Google Shape;712;p41"/>
              <p:cNvSpPr/>
              <p:nvPr/>
            </p:nvSpPr>
            <p:spPr>
              <a:xfrm>
                <a:off x="5603395" y="3213932"/>
                <a:ext cx="180627" cy="181175"/>
              </a:xfrm>
              <a:custGeom>
                <a:rect b="b" l="l" r="r" t="t"/>
                <a:pathLst>
                  <a:path extrusionOk="0" h="5947" w="5929">
                    <a:moveTo>
                      <a:pt x="4679" y="0"/>
                    </a:moveTo>
                    <a:lnTo>
                      <a:pt x="4567" y="19"/>
                    </a:lnTo>
                    <a:lnTo>
                      <a:pt x="4474" y="37"/>
                    </a:lnTo>
                    <a:lnTo>
                      <a:pt x="4381" y="93"/>
                    </a:lnTo>
                    <a:lnTo>
                      <a:pt x="4288" y="168"/>
                    </a:lnTo>
                    <a:lnTo>
                      <a:pt x="3747" y="690"/>
                    </a:lnTo>
                    <a:lnTo>
                      <a:pt x="3729" y="746"/>
                    </a:lnTo>
                    <a:lnTo>
                      <a:pt x="3710" y="802"/>
                    </a:lnTo>
                    <a:lnTo>
                      <a:pt x="3729" y="857"/>
                    </a:lnTo>
                    <a:lnTo>
                      <a:pt x="3747" y="895"/>
                    </a:lnTo>
                    <a:lnTo>
                      <a:pt x="5033" y="2181"/>
                    </a:lnTo>
                    <a:lnTo>
                      <a:pt x="5089" y="2218"/>
                    </a:lnTo>
                    <a:lnTo>
                      <a:pt x="5182" y="2218"/>
                    </a:lnTo>
                    <a:lnTo>
                      <a:pt x="5238" y="2181"/>
                    </a:lnTo>
                    <a:lnTo>
                      <a:pt x="5779" y="1640"/>
                    </a:lnTo>
                    <a:lnTo>
                      <a:pt x="5835" y="1566"/>
                    </a:lnTo>
                    <a:lnTo>
                      <a:pt x="5891" y="1473"/>
                    </a:lnTo>
                    <a:lnTo>
                      <a:pt x="5928" y="1361"/>
                    </a:lnTo>
                    <a:lnTo>
                      <a:pt x="5928" y="1249"/>
                    </a:lnTo>
                    <a:lnTo>
                      <a:pt x="5928" y="1156"/>
                    </a:lnTo>
                    <a:lnTo>
                      <a:pt x="5891" y="1044"/>
                    </a:lnTo>
                    <a:lnTo>
                      <a:pt x="5835" y="951"/>
                    </a:lnTo>
                    <a:lnTo>
                      <a:pt x="5779" y="857"/>
                    </a:lnTo>
                    <a:lnTo>
                      <a:pt x="5071" y="168"/>
                    </a:lnTo>
                    <a:lnTo>
                      <a:pt x="4977" y="93"/>
                    </a:lnTo>
                    <a:lnTo>
                      <a:pt x="4884" y="37"/>
                    </a:lnTo>
                    <a:lnTo>
                      <a:pt x="4791" y="19"/>
                    </a:lnTo>
                    <a:lnTo>
                      <a:pt x="4679" y="0"/>
                    </a:lnTo>
                    <a:close/>
                    <a:moveTo>
                      <a:pt x="3393" y="1883"/>
                    </a:moveTo>
                    <a:lnTo>
                      <a:pt x="3449" y="1920"/>
                    </a:lnTo>
                    <a:lnTo>
                      <a:pt x="3486" y="1976"/>
                    </a:lnTo>
                    <a:lnTo>
                      <a:pt x="3505" y="2050"/>
                    </a:lnTo>
                    <a:lnTo>
                      <a:pt x="3486" y="2106"/>
                    </a:lnTo>
                    <a:lnTo>
                      <a:pt x="3449" y="2162"/>
                    </a:lnTo>
                    <a:lnTo>
                      <a:pt x="1660" y="3952"/>
                    </a:lnTo>
                    <a:lnTo>
                      <a:pt x="1604" y="3970"/>
                    </a:lnTo>
                    <a:lnTo>
                      <a:pt x="1548" y="3989"/>
                    </a:lnTo>
                    <a:lnTo>
                      <a:pt x="1492" y="3970"/>
                    </a:lnTo>
                    <a:lnTo>
                      <a:pt x="1436" y="3952"/>
                    </a:lnTo>
                    <a:lnTo>
                      <a:pt x="1399" y="3896"/>
                    </a:lnTo>
                    <a:lnTo>
                      <a:pt x="1380" y="3821"/>
                    </a:lnTo>
                    <a:lnTo>
                      <a:pt x="1399" y="3765"/>
                    </a:lnTo>
                    <a:lnTo>
                      <a:pt x="1436" y="3709"/>
                    </a:lnTo>
                    <a:lnTo>
                      <a:pt x="3225" y="1920"/>
                    </a:lnTo>
                    <a:lnTo>
                      <a:pt x="3281" y="1883"/>
                    </a:lnTo>
                    <a:close/>
                    <a:moveTo>
                      <a:pt x="1007" y="4362"/>
                    </a:moveTo>
                    <a:lnTo>
                      <a:pt x="1007" y="4921"/>
                    </a:lnTo>
                    <a:lnTo>
                      <a:pt x="1566" y="4921"/>
                    </a:lnTo>
                    <a:lnTo>
                      <a:pt x="1566" y="5331"/>
                    </a:lnTo>
                    <a:lnTo>
                      <a:pt x="821" y="5462"/>
                    </a:lnTo>
                    <a:lnTo>
                      <a:pt x="467" y="5107"/>
                    </a:lnTo>
                    <a:lnTo>
                      <a:pt x="597" y="4362"/>
                    </a:lnTo>
                    <a:close/>
                    <a:moveTo>
                      <a:pt x="3337" y="1118"/>
                    </a:moveTo>
                    <a:lnTo>
                      <a:pt x="3300" y="1156"/>
                    </a:lnTo>
                    <a:lnTo>
                      <a:pt x="243" y="4213"/>
                    </a:lnTo>
                    <a:lnTo>
                      <a:pt x="1" y="5611"/>
                    </a:lnTo>
                    <a:lnTo>
                      <a:pt x="1" y="5685"/>
                    </a:lnTo>
                    <a:lnTo>
                      <a:pt x="1" y="5741"/>
                    </a:lnTo>
                    <a:lnTo>
                      <a:pt x="38" y="5816"/>
                    </a:lnTo>
                    <a:lnTo>
                      <a:pt x="75" y="5853"/>
                    </a:lnTo>
                    <a:lnTo>
                      <a:pt x="131" y="5890"/>
                    </a:lnTo>
                    <a:lnTo>
                      <a:pt x="187" y="5928"/>
                    </a:lnTo>
                    <a:lnTo>
                      <a:pt x="243" y="5946"/>
                    </a:lnTo>
                    <a:lnTo>
                      <a:pt x="317" y="5928"/>
                    </a:lnTo>
                    <a:lnTo>
                      <a:pt x="1734" y="5685"/>
                    </a:lnTo>
                    <a:lnTo>
                      <a:pt x="4772" y="2647"/>
                    </a:lnTo>
                    <a:lnTo>
                      <a:pt x="4810" y="2591"/>
                    </a:lnTo>
                    <a:lnTo>
                      <a:pt x="4810" y="2535"/>
                    </a:lnTo>
                    <a:lnTo>
                      <a:pt x="4810" y="2498"/>
                    </a:lnTo>
                    <a:lnTo>
                      <a:pt x="4772" y="2442"/>
                    </a:lnTo>
                    <a:lnTo>
                      <a:pt x="3486" y="1156"/>
                    </a:lnTo>
                    <a:lnTo>
                      <a:pt x="3449" y="111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grpSp>
        <p:grpSp>
          <p:nvGrpSpPr>
            <p:cNvPr id="713" name="Google Shape;713;p41"/>
            <p:cNvGrpSpPr/>
            <p:nvPr/>
          </p:nvGrpSpPr>
          <p:grpSpPr>
            <a:xfrm>
              <a:off x="2823442" y="3214222"/>
              <a:ext cx="1695900" cy="892128"/>
              <a:chOff x="2823442" y="3214222"/>
              <a:chExt cx="1695900" cy="892128"/>
            </a:xfrm>
          </p:grpSpPr>
          <p:sp>
            <p:nvSpPr>
              <p:cNvPr id="714" name="Google Shape;714;p41"/>
              <p:cNvSpPr txBox="1"/>
              <p:nvPr/>
            </p:nvSpPr>
            <p:spPr>
              <a:xfrm>
                <a:off x="2823442" y="3469450"/>
                <a:ext cx="1695900" cy="636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434343"/>
                    </a:solidFill>
                    <a:latin typeface="Arial"/>
                    <a:ea typeface="Arial"/>
                    <a:cs typeface="Arial"/>
                    <a:sym typeface="Arial"/>
                  </a:rPr>
                  <a:t>100% free for personal or commercial use</a:t>
                </a:r>
                <a:endParaRPr b="0" i="0" sz="1200" u="none" cap="none" strike="noStrike">
                  <a:solidFill>
                    <a:srgbClr val="434343"/>
                  </a:solidFill>
                  <a:latin typeface="Arial"/>
                  <a:ea typeface="Arial"/>
                  <a:cs typeface="Arial"/>
                  <a:sym typeface="Arial"/>
                </a:endParaRPr>
              </a:p>
            </p:txBody>
          </p:sp>
          <p:sp>
            <p:nvSpPr>
              <p:cNvPr id="715" name="Google Shape;715;p41"/>
              <p:cNvSpPr/>
              <p:nvPr/>
            </p:nvSpPr>
            <p:spPr>
              <a:xfrm>
                <a:off x="3569730" y="3214222"/>
                <a:ext cx="203323" cy="180597"/>
              </a:xfrm>
              <a:custGeom>
                <a:rect b="b" l="l" r="r" t="t"/>
                <a:pathLst>
                  <a:path extrusionOk="0" h="5928" w="6674">
                    <a:moveTo>
                      <a:pt x="2443" y="0"/>
                    </a:moveTo>
                    <a:lnTo>
                      <a:pt x="2275" y="37"/>
                    </a:lnTo>
                    <a:lnTo>
                      <a:pt x="2126" y="93"/>
                    </a:lnTo>
                    <a:lnTo>
                      <a:pt x="1995" y="187"/>
                    </a:lnTo>
                    <a:lnTo>
                      <a:pt x="1846" y="336"/>
                    </a:lnTo>
                    <a:lnTo>
                      <a:pt x="1753" y="503"/>
                    </a:lnTo>
                    <a:lnTo>
                      <a:pt x="1697" y="690"/>
                    </a:lnTo>
                    <a:lnTo>
                      <a:pt x="1660" y="876"/>
                    </a:lnTo>
                    <a:lnTo>
                      <a:pt x="1678" y="1063"/>
                    </a:lnTo>
                    <a:lnTo>
                      <a:pt x="1716" y="1249"/>
                    </a:lnTo>
                    <a:lnTo>
                      <a:pt x="1809" y="1417"/>
                    </a:lnTo>
                    <a:lnTo>
                      <a:pt x="1921" y="1566"/>
                    </a:lnTo>
                    <a:lnTo>
                      <a:pt x="3188" y="2889"/>
                    </a:lnTo>
                    <a:lnTo>
                      <a:pt x="3263" y="2945"/>
                    </a:lnTo>
                    <a:lnTo>
                      <a:pt x="3337" y="2964"/>
                    </a:lnTo>
                    <a:lnTo>
                      <a:pt x="3412" y="2945"/>
                    </a:lnTo>
                    <a:lnTo>
                      <a:pt x="3487" y="2889"/>
                    </a:lnTo>
                    <a:lnTo>
                      <a:pt x="4754" y="1566"/>
                    </a:lnTo>
                    <a:lnTo>
                      <a:pt x="4866" y="1417"/>
                    </a:lnTo>
                    <a:lnTo>
                      <a:pt x="4940" y="1249"/>
                    </a:lnTo>
                    <a:lnTo>
                      <a:pt x="4996" y="1063"/>
                    </a:lnTo>
                    <a:lnTo>
                      <a:pt x="5015" y="876"/>
                    </a:lnTo>
                    <a:lnTo>
                      <a:pt x="4978" y="690"/>
                    </a:lnTo>
                    <a:lnTo>
                      <a:pt x="4922" y="503"/>
                    </a:lnTo>
                    <a:lnTo>
                      <a:pt x="4810" y="336"/>
                    </a:lnTo>
                    <a:lnTo>
                      <a:pt x="4679" y="187"/>
                    </a:lnTo>
                    <a:lnTo>
                      <a:pt x="4549" y="93"/>
                    </a:lnTo>
                    <a:lnTo>
                      <a:pt x="4381" y="37"/>
                    </a:lnTo>
                    <a:lnTo>
                      <a:pt x="4232" y="0"/>
                    </a:lnTo>
                    <a:lnTo>
                      <a:pt x="4064" y="0"/>
                    </a:lnTo>
                    <a:lnTo>
                      <a:pt x="3897" y="19"/>
                    </a:lnTo>
                    <a:lnTo>
                      <a:pt x="3747" y="75"/>
                    </a:lnTo>
                    <a:lnTo>
                      <a:pt x="3598" y="168"/>
                    </a:lnTo>
                    <a:lnTo>
                      <a:pt x="3468" y="280"/>
                    </a:lnTo>
                    <a:lnTo>
                      <a:pt x="3337" y="429"/>
                    </a:lnTo>
                    <a:lnTo>
                      <a:pt x="3207" y="280"/>
                    </a:lnTo>
                    <a:lnTo>
                      <a:pt x="3076" y="168"/>
                    </a:lnTo>
                    <a:lnTo>
                      <a:pt x="2927" y="75"/>
                    </a:lnTo>
                    <a:lnTo>
                      <a:pt x="2778" y="19"/>
                    </a:lnTo>
                    <a:lnTo>
                      <a:pt x="2610" y="0"/>
                    </a:lnTo>
                    <a:close/>
                    <a:moveTo>
                      <a:pt x="2219" y="3691"/>
                    </a:moveTo>
                    <a:lnTo>
                      <a:pt x="1995" y="3728"/>
                    </a:lnTo>
                    <a:lnTo>
                      <a:pt x="1772" y="3784"/>
                    </a:lnTo>
                    <a:lnTo>
                      <a:pt x="1548" y="3877"/>
                    </a:lnTo>
                    <a:lnTo>
                      <a:pt x="1362" y="4008"/>
                    </a:lnTo>
                    <a:lnTo>
                      <a:pt x="821" y="4436"/>
                    </a:lnTo>
                    <a:lnTo>
                      <a:pt x="187" y="4436"/>
                    </a:lnTo>
                    <a:lnTo>
                      <a:pt x="113" y="4455"/>
                    </a:lnTo>
                    <a:lnTo>
                      <a:pt x="57" y="4492"/>
                    </a:lnTo>
                    <a:lnTo>
                      <a:pt x="1" y="4548"/>
                    </a:lnTo>
                    <a:lnTo>
                      <a:pt x="1" y="4623"/>
                    </a:lnTo>
                    <a:lnTo>
                      <a:pt x="1" y="5741"/>
                    </a:lnTo>
                    <a:lnTo>
                      <a:pt x="1" y="5816"/>
                    </a:lnTo>
                    <a:lnTo>
                      <a:pt x="57" y="5872"/>
                    </a:lnTo>
                    <a:lnTo>
                      <a:pt x="113" y="5909"/>
                    </a:lnTo>
                    <a:lnTo>
                      <a:pt x="187" y="5928"/>
                    </a:lnTo>
                    <a:lnTo>
                      <a:pt x="4325" y="5928"/>
                    </a:lnTo>
                    <a:lnTo>
                      <a:pt x="4437" y="5909"/>
                    </a:lnTo>
                    <a:lnTo>
                      <a:pt x="4568" y="5890"/>
                    </a:lnTo>
                    <a:lnTo>
                      <a:pt x="4679" y="5834"/>
                    </a:lnTo>
                    <a:lnTo>
                      <a:pt x="4791" y="5760"/>
                    </a:lnTo>
                    <a:lnTo>
                      <a:pt x="6543" y="4362"/>
                    </a:lnTo>
                    <a:lnTo>
                      <a:pt x="6599" y="4306"/>
                    </a:lnTo>
                    <a:lnTo>
                      <a:pt x="6637" y="4231"/>
                    </a:lnTo>
                    <a:lnTo>
                      <a:pt x="6674" y="4157"/>
                    </a:lnTo>
                    <a:lnTo>
                      <a:pt x="6674" y="4082"/>
                    </a:lnTo>
                    <a:lnTo>
                      <a:pt x="6674" y="4008"/>
                    </a:lnTo>
                    <a:lnTo>
                      <a:pt x="6655" y="3933"/>
                    </a:lnTo>
                    <a:lnTo>
                      <a:pt x="6618" y="3859"/>
                    </a:lnTo>
                    <a:lnTo>
                      <a:pt x="6543" y="3784"/>
                    </a:lnTo>
                    <a:lnTo>
                      <a:pt x="6506" y="3747"/>
                    </a:lnTo>
                    <a:lnTo>
                      <a:pt x="6432" y="3728"/>
                    </a:lnTo>
                    <a:lnTo>
                      <a:pt x="6376" y="3709"/>
                    </a:lnTo>
                    <a:lnTo>
                      <a:pt x="6301" y="3709"/>
                    </a:lnTo>
                    <a:lnTo>
                      <a:pt x="6171" y="3728"/>
                    </a:lnTo>
                    <a:lnTo>
                      <a:pt x="6115" y="3747"/>
                    </a:lnTo>
                    <a:lnTo>
                      <a:pt x="6059" y="3784"/>
                    </a:lnTo>
                    <a:lnTo>
                      <a:pt x="4978" y="4641"/>
                    </a:lnTo>
                    <a:lnTo>
                      <a:pt x="4885" y="4716"/>
                    </a:lnTo>
                    <a:lnTo>
                      <a:pt x="4773" y="4772"/>
                    </a:lnTo>
                    <a:lnTo>
                      <a:pt x="4642" y="4809"/>
                    </a:lnTo>
                    <a:lnTo>
                      <a:pt x="3095" y="4809"/>
                    </a:lnTo>
                    <a:lnTo>
                      <a:pt x="3039" y="4772"/>
                    </a:lnTo>
                    <a:lnTo>
                      <a:pt x="2983" y="4716"/>
                    </a:lnTo>
                    <a:lnTo>
                      <a:pt x="2965" y="4660"/>
                    </a:lnTo>
                    <a:lnTo>
                      <a:pt x="2965" y="4586"/>
                    </a:lnTo>
                    <a:lnTo>
                      <a:pt x="3002" y="4511"/>
                    </a:lnTo>
                    <a:lnTo>
                      <a:pt x="3076" y="4455"/>
                    </a:lnTo>
                    <a:lnTo>
                      <a:pt x="3151" y="4436"/>
                    </a:lnTo>
                    <a:lnTo>
                      <a:pt x="4120" y="4436"/>
                    </a:lnTo>
                    <a:lnTo>
                      <a:pt x="4195" y="4418"/>
                    </a:lnTo>
                    <a:lnTo>
                      <a:pt x="4307" y="4362"/>
                    </a:lnTo>
                    <a:lnTo>
                      <a:pt x="4363" y="4306"/>
                    </a:lnTo>
                    <a:lnTo>
                      <a:pt x="4400" y="4250"/>
                    </a:lnTo>
                    <a:lnTo>
                      <a:pt x="4419" y="4194"/>
                    </a:lnTo>
                    <a:lnTo>
                      <a:pt x="4437" y="4138"/>
                    </a:lnTo>
                    <a:lnTo>
                      <a:pt x="4456" y="4045"/>
                    </a:lnTo>
                    <a:lnTo>
                      <a:pt x="4437" y="3970"/>
                    </a:lnTo>
                    <a:lnTo>
                      <a:pt x="4400" y="3896"/>
                    </a:lnTo>
                    <a:lnTo>
                      <a:pt x="4363" y="3821"/>
                    </a:lnTo>
                    <a:lnTo>
                      <a:pt x="4307" y="3784"/>
                    </a:lnTo>
                    <a:lnTo>
                      <a:pt x="4232" y="3728"/>
                    </a:lnTo>
                    <a:lnTo>
                      <a:pt x="4158" y="3709"/>
                    </a:lnTo>
                    <a:lnTo>
                      <a:pt x="4083" y="369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grpSp>
        <p:grpSp>
          <p:nvGrpSpPr>
            <p:cNvPr id="716" name="Google Shape;716;p41"/>
            <p:cNvGrpSpPr/>
            <p:nvPr/>
          </p:nvGrpSpPr>
          <p:grpSpPr>
            <a:xfrm>
              <a:off x="6868076" y="3213932"/>
              <a:ext cx="1695900" cy="892418"/>
              <a:chOff x="6868076" y="3213932"/>
              <a:chExt cx="1695900" cy="892418"/>
            </a:xfrm>
          </p:grpSpPr>
          <p:sp>
            <p:nvSpPr>
              <p:cNvPr id="717" name="Google Shape;717;p41"/>
              <p:cNvSpPr txBox="1"/>
              <p:nvPr/>
            </p:nvSpPr>
            <p:spPr>
              <a:xfrm>
                <a:off x="6868076" y="3469450"/>
                <a:ext cx="1695900" cy="636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434343"/>
                    </a:solidFill>
                    <a:latin typeface="Arial"/>
                    <a:ea typeface="Arial"/>
                    <a:cs typeface="Arial"/>
                    <a:sym typeface="Arial"/>
                  </a:rPr>
                  <a:t>Blow your audience away with attractive visuals</a:t>
                </a:r>
                <a:endParaRPr b="0" i="0" sz="1200" u="none" cap="none" strike="noStrike">
                  <a:solidFill>
                    <a:srgbClr val="434343"/>
                  </a:solidFill>
                  <a:latin typeface="Arial"/>
                  <a:ea typeface="Arial"/>
                  <a:cs typeface="Arial"/>
                  <a:sym typeface="Arial"/>
                </a:endParaRPr>
              </a:p>
            </p:txBody>
          </p:sp>
          <p:sp>
            <p:nvSpPr>
              <p:cNvPr id="718" name="Google Shape;718;p41"/>
              <p:cNvSpPr/>
              <p:nvPr/>
            </p:nvSpPr>
            <p:spPr>
              <a:xfrm>
                <a:off x="7625712" y="3213932"/>
                <a:ext cx="180627" cy="181175"/>
              </a:xfrm>
              <a:custGeom>
                <a:rect b="b" l="l" r="r" t="t"/>
                <a:pathLst>
                  <a:path extrusionOk="0" h="5947" w="5929">
                    <a:moveTo>
                      <a:pt x="784" y="4940"/>
                    </a:moveTo>
                    <a:lnTo>
                      <a:pt x="839" y="4958"/>
                    </a:lnTo>
                    <a:lnTo>
                      <a:pt x="933" y="5014"/>
                    </a:lnTo>
                    <a:lnTo>
                      <a:pt x="989" y="5107"/>
                    </a:lnTo>
                    <a:lnTo>
                      <a:pt x="1007" y="5145"/>
                    </a:lnTo>
                    <a:lnTo>
                      <a:pt x="1007" y="5201"/>
                    </a:lnTo>
                    <a:lnTo>
                      <a:pt x="1007" y="5257"/>
                    </a:lnTo>
                    <a:lnTo>
                      <a:pt x="989" y="5313"/>
                    </a:lnTo>
                    <a:lnTo>
                      <a:pt x="933" y="5406"/>
                    </a:lnTo>
                    <a:lnTo>
                      <a:pt x="839" y="5462"/>
                    </a:lnTo>
                    <a:lnTo>
                      <a:pt x="784" y="5480"/>
                    </a:lnTo>
                    <a:lnTo>
                      <a:pt x="672" y="5480"/>
                    </a:lnTo>
                    <a:lnTo>
                      <a:pt x="634" y="5462"/>
                    </a:lnTo>
                    <a:lnTo>
                      <a:pt x="541" y="5406"/>
                    </a:lnTo>
                    <a:lnTo>
                      <a:pt x="485" y="5313"/>
                    </a:lnTo>
                    <a:lnTo>
                      <a:pt x="467" y="5257"/>
                    </a:lnTo>
                    <a:lnTo>
                      <a:pt x="448" y="5201"/>
                    </a:lnTo>
                    <a:lnTo>
                      <a:pt x="467" y="5145"/>
                    </a:lnTo>
                    <a:lnTo>
                      <a:pt x="485" y="5107"/>
                    </a:lnTo>
                    <a:lnTo>
                      <a:pt x="541" y="5014"/>
                    </a:lnTo>
                    <a:lnTo>
                      <a:pt x="634" y="4958"/>
                    </a:lnTo>
                    <a:lnTo>
                      <a:pt x="672" y="4940"/>
                    </a:lnTo>
                    <a:close/>
                    <a:moveTo>
                      <a:pt x="206" y="2610"/>
                    </a:moveTo>
                    <a:lnTo>
                      <a:pt x="168" y="2628"/>
                    </a:lnTo>
                    <a:lnTo>
                      <a:pt x="75" y="2684"/>
                    </a:lnTo>
                    <a:lnTo>
                      <a:pt x="19" y="2777"/>
                    </a:lnTo>
                    <a:lnTo>
                      <a:pt x="1" y="2833"/>
                    </a:lnTo>
                    <a:lnTo>
                      <a:pt x="1" y="2889"/>
                    </a:lnTo>
                    <a:lnTo>
                      <a:pt x="1" y="5667"/>
                    </a:lnTo>
                    <a:lnTo>
                      <a:pt x="1" y="5723"/>
                    </a:lnTo>
                    <a:lnTo>
                      <a:pt x="19" y="5779"/>
                    </a:lnTo>
                    <a:lnTo>
                      <a:pt x="75" y="5872"/>
                    </a:lnTo>
                    <a:lnTo>
                      <a:pt x="168" y="5928"/>
                    </a:lnTo>
                    <a:lnTo>
                      <a:pt x="206" y="5946"/>
                    </a:lnTo>
                    <a:lnTo>
                      <a:pt x="1250" y="5946"/>
                    </a:lnTo>
                    <a:lnTo>
                      <a:pt x="1305" y="5928"/>
                    </a:lnTo>
                    <a:lnTo>
                      <a:pt x="1399" y="5872"/>
                    </a:lnTo>
                    <a:lnTo>
                      <a:pt x="1455" y="5779"/>
                    </a:lnTo>
                    <a:lnTo>
                      <a:pt x="1473" y="5723"/>
                    </a:lnTo>
                    <a:lnTo>
                      <a:pt x="1473" y="5667"/>
                    </a:lnTo>
                    <a:lnTo>
                      <a:pt x="1473" y="2889"/>
                    </a:lnTo>
                    <a:lnTo>
                      <a:pt x="1473" y="2833"/>
                    </a:lnTo>
                    <a:lnTo>
                      <a:pt x="1455" y="2777"/>
                    </a:lnTo>
                    <a:lnTo>
                      <a:pt x="1399" y="2684"/>
                    </a:lnTo>
                    <a:lnTo>
                      <a:pt x="1305" y="2628"/>
                    </a:lnTo>
                    <a:lnTo>
                      <a:pt x="1250" y="2610"/>
                    </a:lnTo>
                    <a:close/>
                    <a:moveTo>
                      <a:pt x="3617" y="0"/>
                    </a:moveTo>
                    <a:lnTo>
                      <a:pt x="3524" y="19"/>
                    </a:lnTo>
                    <a:lnTo>
                      <a:pt x="3468" y="75"/>
                    </a:lnTo>
                    <a:lnTo>
                      <a:pt x="3393" y="168"/>
                    </a:lnTo>
                    <a:lnTo>
                      <a:pt x="3337" y="261"/>
                    </a:lnTo>
                    <a:lnTo>
                      <a:pt x="3263" y="485"/>
                    </a:lnTo>
                    <a:lnTo>
                      <a:pt x="3225" y="671"/>
                    </a:lnTo>
                    <a:lnTo>
                      <a:pt x="3169" y="858"/>
                    </a:lnTo>
                    <a:lnTo>
                      <a:pt x="3114" y="1044"/>
                    </a:lnTo>
                    <a:lnTo>
                      <a:pt x="3039" y="1212"/>
                    </a:lnTo>
                    <a:lnTo>
                      <a:pt x="2983" y="1286"/>
                    </a:lnTo>
                    <a:lnTo>
                      <a:pt x="2927" y="1361"/>
                    </a:lnTo>
                    <a:lnTo>
                      <a:pt x="2797" y="1510"/>
                    </a:lnTo>
                    <a:lnTo>
                      <a:pt x="2666" y="1659"/>
                    </a:lnTo>
                    <a:lnTo>
                      <a:pt x="2442" y="1995"/>
                    </a:lnTo>
                    <a:lnTo>
                      <a:pt x="2200" y="2330"/>
                    </a:lnTo>
                    <a:lnTo>
                      <a:pt x="2051" y="2498"/>
                    </a:lnTo>
                    <a:lnTo>
                      <a:pt x="1883" y="2666"/>
                    </a:lnTo>
                    <a:lnTo>
                      <a:pt x="1865" y="2722"/>
                    </a:lnTo>
                    <a:lnTo>
                      <a:pt x="1846" y="2777"/>
                    </a:lnTo>
                    <a:lnTo>
                      <a:pt x="1846" y="5257"/>
                    </a:lnTo>
                    <a:lnTo>
                      <a:pt x="1865" y="5313"/>
                    </a:lnTo>
                    <a:lnTo>
                      <a:pt x="1883" y="5350"/>
                    </a:lnTo>
                    <a:lnTo>
                      <a:pt x="1939" y="5387"/>
                    </a:lnTo>
                    <a:lnTo>
                      <a:pt x="1995" y="5387"/>
                    </a:lnTo>
                    <a:lnTo>
                      <a:pt x="2126" y="5406"/>
                    </a:lnTo>
                    <a:lnTo>
                      <a:pt x="2293" y="5462"/>
                    </a:lnTo>
                    <a:lnTo>
                      <a:pt x="2592" y="5573"/>
                    </a:lnTo>
                    <a:lnTo>
                      <a:pt x="2890" y="5704"/>
                    </a:lnTo>
                    <a:lnTo>
                      <a:pt x="3225" y="5816"/>
                    </a:lnTo>
                    <a:lnTo>
                      <a:pt x="3393" y="5872"/>
                    </a:lnTo>
                    <a:lnTo>
                      <a:pt x="3580" y="5909"/>
                    </a:lnTo>
                    <a:lnTo>
                      <a:pt x="3785" y="5946"/>
                    </a:lnTo>
                    <a:lnTo>
                      <a:pt x="4400" y="5946"/>
                    </a:lnTo>
                    <a:lnTo>
                      <a:pt x="4586" y="5928"/>
                    </a:lnTo>
                    <a:lnTo>
                      <a:pt x="4772" y="5909"/>
                    </a:lnTo>
                    <a:lnTo>
                      <a:pt x="4940" y="5853"/>
                    </a:lnTo>
                    <a:lnTo>
                      <a:pt x="5108" y="5797"/>
                    </a:lnTo>
                    <a:lnTo>
                      <a:pt x="5238" y="5723"/>
                    </a:lnTo>
                    <a:lnTo>
                      <a:pt x="5332" y="5611"/>
                    </a:lnTo>
                    <a:lnTo>
                      <a:pt x="5388" y="5499"/>
                    </a:lnTo>
                    <a:lnTo>
                      <a:pt x="5425" y="5368"/>
                    </a:lnTo>
                    <a:lnTo>
                      <a:pt x="5425" y="5238"/>
                    </a:lnTo>
                    <a:lnTo>
                      <a:pt x="5406" y="5089"/>
                    </a:lnTo>
                    <a:lnTo>
                      <a:pt x="5481" y="4996"/>
                    </a:lnTo>
                    <a:lnTo>
                      <a:pt x="5537" y="4902"/>
                    </a:lnTo>
                    <a:lnTo>
                      <a:pt x="5574" y="4809"/>
                    </a:lnTo>
                    <a:lnTo>
                      <a:pt x="5611" y="4697"/>
                    </a:lnTo>
                    <a:lnTo>
                      <a:pt x="5630" y="4567"/>
                    </a:lnTo>
                    <a:lnTo>
                      <a:pt x="5630" y="4455"/>
                    </a:lnTo>
                    <a:lnTo>
                      <a:pt x="5630" y="4325"/>
                    </a:lnTo>
                    <a:lnTo>
                      <a:pt x="5593" y="4213"/>
                    </a:lnTo>
                    <a:lnTo>
                      <a:pt x="5667" y="4101"/>
                    </a:lnTo>
                    <a:lnTo>
                      <a:pt x="5723" y="3989"/>
                    </a:lnTo>
                    <a:lnTo>
                      <a:pt x="5742" y="3877"/>
                    </a:lnTo>
                    <a:lnTo>
                      <a:pt x="5779" y="3747"/>
                    </a:lnTo>
                    <a:lnTo>
                      <a:pt x="5779" y="3635"/>
                    </a:lnTo>
                    <a:lnTo>
                      <a:pt x="5760" y="3523"/>
                    </a:lnTo>
                    <a:lnTo>
                      <a:pt x="5742" y="3393"/>
                    </a:lnTo>
                    <a:lnTo>
                      <a:pt x="5704" y="3299"/>
                    </a:lnTo>
                    <a:lnTo>
                      <a:pt x="5798" y="3169"/>
                    </a:lnTo>
                    <a:lnTo>
                      <a:pt x="5872" y="3038"/>
                    </a:lnTo>
                    <a:lnTo>
                      <a:pt x="5909" y="2889"/>
                    </a:lnTo>
                    <a:lnTo>
                      <a:pt x="5928" y="2722"/>
                    </a:lnTo>
                    <a:lnTo>
                      <a:pt x="5909" y="2591"/>
                    </a:lnTo>
                    <a:lnTo>
                      <a:pt x="5872" y="2461"/>
                    </a:lnTo>
                    <a:lnTo>
                      <a:pt x="5816" y="2349"/>
                    </a:lnTo>
                    <a:lnTo>
                      <a:pt x="5723" y="2256"/>
                    </a:lnTo>
                    <a:lnTo>
                      <a:pt x="5630" y="2162"/>
                    </a:lnTo>
                    <a:lnTo>
                      <a:pt x="5518" y="2106"/>
                    </a:lnTo>
                    <a:lnTo>
                      <a:pt x="5388" y="2069"/>
                    </a:lnTo>
                    <a:lnTo>
                      <a:pt x="5238" y="2051"/>
                    </a:lnTo>
                    <a:lnTo>
                      <a:pt x="4064" y="2051"/>
                    </a:lnTo>
                    <a:lnTo>
                      <a:pt x="4101" y="1920"/>
                    </a:lnTo>
                    <a:lnTo>
                      <a:pt x="4157" y="1808"/>
                    </a:lnTo>
                    <a:lnTo>
                      <a:pt x="4288" y="1566"/>
                    </a:lnTo>
                    <a:lnTo>
                      <a:pt x="4344" y="1435"/>
                    </a:lnTo>
                    <a:lnTo>
                      <a:pt x="4400" y="1286"/>
                    </a:lnTo>
                    <a:lnTo>
                      <a:pt x="4437" y="1119"/>
                    </a:lnTo>
                    <a:lnTo>
                      <a:pt x="4456" y="951"/>
                    </a:lnTo>
                    <a:lnTo>
                      <a:pt x="4437" y="802"/>
                    </a:lnTo>
                    <a:lnTo>
                      <a:pt x="4418" y="671"/>
                    </a:lnTo>
                    <a:lnTo>
                      <a:pt x="4400" y="541"/>
                    </a:lnTo>
                    <a:lnTo>
                      <a:pt x="4362" y="447"/>
                    </a:lnTo>
                    <a:lnTo>
                      <a:pt x="4306" y="354"/>
                    </a:lnTo>
                    <a:lnTo>
                      <a:pt x="4251" y="280"/>
                    </a:lnTo>
                    <a:lnTo>
                      <a:pt x="4195" y="205"/>
                    </a:lnTo>
                    <a:lnTo>
                      <a:pt x="4139" y="168"/>
                    </a:lnTo>
                    <a:lnTo>
                      <a:pt x="3990" y="75"/>
                    </a:lnTo>
                    <a:lnTo>
                      <a:pt x="3859" y="37"/>
                    </a:lnTo>
                    <a:lnTo>
                      <a:pt x="3729" y="19"/>
                    </a:lnTo>
                    <a:lnTo>
                      <a:pt x="3617"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grpSp>
        <p:grpSp>
          <p:nvGrpSpPr>
            <p:cNvPr id="719" name="Google Shape;719;p41"/>
            <p:cNvGrpSpPr/>
            <p:nvPr/>
          </p:nvGrpSpPr>
          <p:grpSpPr>
            <a:xfrm>
              <a:off x="801125" y="3214206"/>
              <a:ext cx="1695900" cy="892144"/>
              <a:chOff x="801125" y="3214206"/>
              <a:chExt cx="1695900" cy="892144"/>
            </a:xfrm>
          </p:grpSpPr>
          <p:sp>
            <p:nvSpPr>
              <p:cNvPr id="720" name="Google Shape;720;p41"/>
              <p:cNvSpPr txBox="1"/>
              <p:nvPr/>
            </p:nvSpPr>
            <p:spPr>
              <a:xfrm>
                <a:off x="801125" y="3469450"/>
                <a:ext cx="1695900" cy="636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434343"/>
                    </a:solidFill>
                    <a:latin typeface="Arial"/>
                    <a:ea typeface="Arial"/>
                    <a:cs typeface="Arial"/>
                    <a:sym typeface="Arial"/>
                  </a:rPr>
                  <a:t>For PowerPoint and Google Slides</a:t>
                </a:r>
                <a:endParaRPr b="0" i="0" sz="1200" u="none" cap="none" strike="noStrike">
                  <a:solidFill>
                    <a:srgbClr val="434343"/>
                  </a:solidFill>
                  <a:latin typeface="Arial"/>
                  <a:ea typeface="Arial"/>
                  <a:cs typeface="Arial"/>
                  <a:sym typeface="Arial"/>
                </a:endParaRPr>
              </a:p>
            </p:txBody>
          </p:sp>
          <p:sp>
            <p:nvSpPr>
              <p:cNvPr id="721" name="Google Shape;721;p41"/>
              <p:cNvSpPr/>
              <p:nvPr/>
            </p:nvSpPr>
            <p:spPr>
              <a:xfrm>
                <a:off x="1535764" y="3214206"/>
                <a:ext cx="226629" cy="180627"/>
              </a:xfrm>
              <a:custGeom>
                <a:rect b="b" l="l" r="r" t="t"/>
                <a:pathLst>
                  <a:path extrusionOk="0" h="5929" w="7439">
                    <a:moveTo>
                      <a:pt x="5947" y="728"/>
                    </a:moveTo>
                    <a:lnTo>
                      <a:pt x="5947" y="3710"/>
                    </a:lnTo>
                    <a:lnTo>
                      <a:pt x="1492" y="3710"/>
                    </a:lnTo>
                    <a:lnTo>
                      <a:pt x="1492" y="728"/>
                    </a:lnTo>
                    <a:close/>
                    <a:moveTo>
                      <a:pt x="1194" y="1"/>
                    </a:moveTo>
                    <a:lnTo>
                      <a:pt x="1101" y="38"/>
                    </a:lnTo>
                    <a:lnTo>
                      <a:pt x="989" y="94"/>
                    </a:lnTo>
                    <a:lnTo>
                      <a:pt x="914" y="150"/>
                    </a:lnTo>
                    <a:lnTo>
                      <a:pt x="840" y="243"/>
                    </a:lnTo>
                    <a:lnTo>
                      <a:pt x="802" y="336"/>
                    </a:lnTo>
                    <a:lnTo>
                      <a:pt x="765" y="430"/>
                    </a:lnTo>
                    <a:lnTo>
                      <a:pt x="746" y="542"/>
                    </a:lnTo>
                    <a:lnTo>
                      <a:pt x="746" y="4437"/>
                    </a:lnTo>
                    <a:lnTo>
                      <a:pt x="6693" y="4437"/>
                    </a:lnTo>
                    <a:lnTo>
                      <a:pt x="6693" y="542"/>
                    </a:lnTo>
                    <a:lnTo>
                      <a:pt x="6674" y="430"/>
                    </a:lnTo>
                    <a:lnTo>
                      <a:pt x="6655" y="336"/>
                    </a:lnTo>
                    <a:lnTo>
                      <a:pt x="6599" y="243"/>
                    </a:lnTo>
                    <a:lnTo>
                      <a:pt x="6525" y="150"/>
                    </a:lnTo>
                    <a:lnTo>
                      <a:pt x="6450" y="94"/>
                    </a:lnTo>
                    <a:lnTo>
                      <a:pt x="6357" y="38"/>
                    </a:lnTo>
                    <a:lnTo>
                      <a:pt x="6245" y="1"/>
                    </a:lnTo>
                    <a:close/>
                    <a:moveTo>
                      <a:pt x="187" y="4810"/>
                    </a:moveTo>
                    <a:lnTo>
                      <a:pt x="131" y="4829"/>
                    </a:lnTo>
                    <a:lnTo>
                      <a:pt x="57" y="4866"/>
                    </a:lnTo>
                    <a:lnTo>
                      <a:pt x="20" y="4941"/>
                    </a:lnTo>
                    <a:lnTo>
                      <a:pt x="1" y="4996"/>
                    </a:lnTo>
                    <a:lnTo>
                      <a:pt x="1" y="5183"/>
                    </a:lnTo>
                    <a:lnTo>
                      <a:pt x="20" y="5332"/>
                    </a:lnTo>
                    <a:lnTo>
                      <a:pt x="75" y="5481"/>
                    </a:lnTo>
                    <a:lnTo>
                      <a:pt x="131" y="5612"/>
                    </a:lnTo>
                    <a:lnTo>
                      <a:pt x="225" y="5705"/>
                    </a:lnTo>
                    <a:lnTo>
                      <a:pt x="336" y="5798"/>
                    </a:lnTo>
                    <a:lnTo>
                      <a:pt x="467" y="5873"/>
                    </a:lnTo>
                    <a:lnTo>
                      <a:pt x="597" y="5910"/>
                    </a:lnTo>
                    <a:lnTo>
                      <a:pt x="746" y="5928"/>
                    </a:lnTo>
                    <a:lnTo>
                      <a:pt x="6693" y="5928"/>
                    </a:lnTo>
                    <a:lnTo>
                      <a:pt x="6842" y="5910"/>
                    </a:lnTo>
                    <a:lnTo>
                      <a:pt x="6972" y="5873"/>
                    </a:lnTo>
                    <a:lnTo>
                      <a:pt x="7103" y="5798"/>
                    </a:lnTo>
                    <a:lnTo>
                      <a:pt x="7214" y="5705"/>
                    </a:lnTo>
                    <a:lnTo>
                      <a:pt x="7308" y="5612"/>
                    </a:lnTo>
                    <a:lnTo>
                      <a:pt x="7382" y="5481"/>
                    </a:lnTo>
                    <a:lnTo>
                      <a:pt x="7420" y="5332"/>
                    </a:lnTo>
                    <a:lnTo>
                      <a:pt x="7438" y="5183"/>
                    </a:lnTo>
                    <a:lnTo>
                      <a:pt x="7438" y="4996"/>
                    </a:lnTo>
                    <a:lnTo>
                      <a:pt x="7420" y="4941"/>
                    </a:lnTo>
                    <a:lnTo>
                      <a:pt x="7382" y="4866"/>
                    </a:lnTo>
                    <a:lnTo>
                      <a:pt x="7326" y="4829"/>
                    </a:lnTo>
                    <a:lnTo>
                      <a:pt x="7252" y="4810"/>
                    </a:lnTo>
                    <a:lnTo>
                      <a:pt x="4437" y="4810"/>
                    </a:lnTo>
                    <a:lnTo>
                      <a:pt x="4419" y="4903"/>
                    </a:lnTo>
                    <a:lnTo>
                      <a:pt x="4400" y="4978"/>
                    </a:lnTo>
                    <a:lnTo>
                      <a:pt x="4363" y="5034"/>
                    </a:lnTo>
                    <a:lnTo>
                      <a:pt x="4325" y="5090"/>
                    </a:lnTo>
                    <a:lnTo>
                      <a:pt x="4269" y="5127"/>
                    </a:lnTo>
                    <a:lnTo>
                      <a:pt x="4195" y="5164"/>
                    </a:lnTo>
                    <a:lnTo>
                      <a:pt x="4139" y="5183"/>
                    </a:lnTo>
                    <a:lnTo>
                      <a:pt x="3263" y="5183"/>
                    </a:lnTo>
                    <a:lnTo>
                      <a:pt x="3207" y="5146"/>
                    </a:lnTo>
                    <a:lnTo>
                      <a:pt x="3132" y="5108"/>
                    </a:lnTo>
                    <a:lnTo>
                      <a:pt x="3076" y="5071"/>
                    </a:lnTo>
                    <a:lnTo>
                      <a:pt x="3039" y="5015"/>
                    </a:lnTo>
                    <a:lnTo>
                      <a:pt x="3002" y="4941"/>
                    </a:lnTo>
                    <a:lnTo>
                      <a:pt x="2983" y="4885"/>
                    </a:lnTo>
                    <a:lnTo>
                      <a:pt x="2965" y="481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4343"/>
                  </a:solidFill>
                  <a:latin typeface="Arial"/>
                  <a:ea typeface="Arial"/>
                  <a:cs typeface="Arial"/>
                  <a:sym typeface="Arial"/>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name="Curio template">
  <a:themeElements>
    <a:clrScheme name="Custom 347">
      <a:dk1>
        <a:srgbClr val="2B3547"/>
      </a:dk1>
      <a:lt1>
        <a:srgbClr val="FFFFFF"/>
      </a:lt1>
      <a:dk2>
        <a:srgbClr val="7F8B91"/>
      </a:dk2>
      <a:lt2>
        <a:srgbClr val="EDF0EB"/>
      </a:lt2>
      <a:accent1>
        <a:srgbClr val="AEE25A"/>
      </a:accent1>
      <a:accent2>
        <a:srgbClr val="51C026"/>
      </a:accent2>
      <a:accent3>
        <a:srgbClr val="5DDBA7"/>
      </a:accent3>
      <a:accent4>
        <a:srgbClr val="29AFA2"/>
      </a:accent4>
      <a:accent5>
        <a:srgbClr val="809DC2"/>
      </a:accent5>
      <a:accent6>
        <a:srgbClr val="596885"/>
      </a:accent6>
      <a:hlink>
        <a:srgbClr val="52AC00"/>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